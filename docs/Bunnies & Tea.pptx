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Binggo Wood" charset="1" panose="00000000000000000000"/>
      <p:regular r:id="rId16"/>
    </p:embeddedFont>
    <p:embeddedFont>
      <p:font typeface="Handy Casual" charset="1" panose="00000500000000000000"/>
      <p:regular r:id="rId17"/>
    </p:embeddedFont>
    <p:embeddedFont>
      <p:font typeface="Montserrat Medium" charset="1" panose="00000600000000000000"/>
      <p:regular r:id="rId18"/>
    </p:embeddedFont>
    <p:embeddedFont>
      <p:font typeface="Montserrat Bold" charset="1" panose="00000800000000000000"/>
      <p:regular r:id="rId19"/>
    </p:embeddedFont>
    <p:embeddedFont>
      <p:font typeface="Montserrat" charset="1" panose="00000500000000000000"/>
      <p:regular r:id="rId20"/>
    </p:embeddedFont>
    <p:embeddedFont>
      <p:font typeface="Blinker" charset="1" panose="02000000000000000000"/>
      <p:regular r:id="rId21"/>
    </p:embeddedFont>
    <p:embeddedFont>
      <p:font typeface="Blinker Bold" charset="1" panose="02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5.png" Type="http://schemas.openxmlformats.org/officeDocument/2006/relationships/image"/><Relationship Id="rId15" Target="../media/image6.svg" Type="http://schemas.openxmlformats.org/officeDocument/2006/relationships/image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8883" y="4229506"/>
            <a:ext cx="18465766" cy="6339682"/>
          </a:xfrm>
          <a:custGeom>
            <a:avLst/>
            <a:gdLst/>
            <a:ahLst/>
            <a:cxnLst/>
            <a:rect r="r" b="b" t="t" l="l"/>
            <a:pathLst>
              <a:path h="6339682" w="18465766">
                <a:moveTo>
                  <a:pt x="0" y="0"/>
                </a:moveTo>
                <a:lnTo>
                  <a:pt x="18465766" y="0"/>
                </a:lnTo>
                <a:lnTo>
                  <a:pt x="18465766" y="6339682"/>
                </a:lnTo>
                <a:lnTo>
                  <a:pt x="0" y="6339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37076" y="-479735"/>
            <a:ext cx="4058222" cy="4114800"/>
          </a:xfrm>
          <a:custGeom>
            <a:avLst/>
            <a:gdLst/>
            <a:ahLst/>
            <a:cxnLst/>
            <a:rect r="r" b="b" t="t" l="l"/>
            <a:pathLst>
              <a:path h="4114800" w="4058222">
                <a:moveTo>
                  <a:pt x="0" y="0"/>
                </a:moveTo>
                <a:lnTo>
                  <a:pt x="4058222" y="0"/>
                </a:lnTo>
                <a:lnTo>
                  <a:pt x="405822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89471" y="470554"/>
            <a:ext cx="2247941" cy="2214222"/>
          </a:xfrm>
          <a:custGeom>
            <a:avLst/>
            <a:gdLst/>
            <a:ahLst/>
            <a:cxnLst/>
            <a:rect r="r" b="b" t="t" l="l"/>
            <a:pathLst>
              <a:path h="2214222" w="2247941">
                <a:moveTo>
                  <a:pt x="0" y="0"/>
                </a:moveTo>
                <a:lnTo>
                  <a:pt x="2247941" y="0"/>
                </a:lnTo>
                <a:lnTo>
                  <a:pt x="2247941" y="2214222"/>
                </a:lnTo>
                <a:lnTo>
                  <a:pt x="0" y="22142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125437" y="7200900"/>
            <a:ext cx="4267727" cy="4114800"/>
          </a:xfrm>
          <a:custGeom>
            <a:avLst/>
            <a:gdLst/>
            <a:ahLst/>
            <a:cxnLst/>
            <a:rect r="r" b="b" t="t" l="l"/>
            <a:pathLst>
              <a:path h="4114800" w="4267727">
                <a:moveTo>
                  <a:pt x="0" y="0"/>
                </a:moveTo>
                <a:lnTo>
                  <a:pt x="4267726" y="0"/>
                </a:lnTo>
                <a:lnTo>
                  <a:pt x="42677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336425" y="1404832"/>
            <a:ext cx="1484687" cy="1395606"/>
          </a:xfrm>
          <a:custGeom>
            <a:avLst/>
            <a:gdLst/>
            <a:ahLst/>
            <a:cxnLst/>
            <a:rect r="r" b="b" t="t" l="l"/>
            <a:pathLst>
              <a:path h="1395606" w="1484687">
                <a:moveTo>
                  <a:pt x="0" y="0"/>
                </a:moveTo>
                <a:lnTo>
                  <a:pt x="1484687" y="0"/>
                </a:lnTo>
                <a:lnTo>
                  <a:pt x="1484687" y="1395607"/>
                </a:lnTo>
                <a:lnTo>
                  <a:pt x="0" y="13956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03741" y="1057215"/>
            <a:ext cx="9521497" cy="3693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47"/>
              </a:lnSpc>
            </a:pPr>
            <a:r>
              <a:rPr lang="en-US" sz="16231">
                <a:solidFill>
                  <a:srgbClr val="562606"/>
                </a:solidFill>
                <a:latin typeface="Binggo Wood"/>
                <a:ea typeface="Binggo Wood"/>
                <a:cs typeface="Binggo Wood"/>
                <a:sym typeface="Binggo Wood"/>
              </a:rPr>
              <a:t>Bunnies</a:t>
            </a:r>
          </a:p>
          <a:p>
            <a:pPr algn="ctr">
              <a:lnSpc>
                <a:spcPts val="13147"/>
              </a:lnSpc>
            </a:pPr>
            <a:r>
              <a:rPr lang="en-US" sz="16231">
                <a:solidFill>
                  <a:srgbClr val="562606"/>
                </a:solidFill>
                <a:latin typeface="Binggo Wood"/>
                <a:ea typeface="Binggo Wood"/>
                <a:cs typeface="Binggo Wood"/>
                <a:sym typeface="Binggo Wood"/>
              </a:rPr>
              <a:t>&amp; Tea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511075" y="4838260"/>
            <a:ext cx="1484687" cy="1395606"/>
          </a:xfrm>
          <a:custGeom>
            <a:avLst/>
            <a:gdLst/>
            <a:ahLst/>
            <a:cxnLst/>
            <a:rect r="r" b="b" t="t" l="l"/>
            <a:pathLst>
              <a:path h="1395606" w="1484687">
                <a:moveTo>
                  <a:pt x="0" y="0"/>
                </a:moveTo>
                <a:lnTo>
                  <a:pt x="1484688" y="0"/>
                </a:lnTo>
                <a:lnTo>
                  <a:pt x="1484688" y="1395607"/>
                </a:lnTo>
                <a:lnTo>
                  <a:pt x="0" y="13956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983248" y="4762060"/>
            <a:ext cx="2569761" cy="598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1"/>
              </a:lnSpc>
              <a:spcBef>
                <a:spcPct val="0"/>
              </a:spcBef>
            </a:pPr>
            <a:r>
              <a:rPr lang="en-US" sz="3429">
                <a:solidFill>
                  <a:srgbClr val="562606"/>
                </a:solidFill>
                <a:latin typeface="Handy Casual"/>
                <a:ea typeface="Handy Casual"/>
                <a:cs typeface="Handy Casual"/>
                <a:sym typeface="Handy Casual"/>
              </a:rPr>
              <a:t>IRENE DIGES GARCÍA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26792" y="5370275"/>
            <a:ext cx="3482672" cy="1208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1"/>
              </a:lnSpc>
            </a:pPr>
            <a:r>
              <a:rPr lang="en-US" sz="3429">
                <a:solidFill>
                  <a:srgbClr val="562606"/>
                </a:solidFill>
                <a:latin typeface="Handy Casual"/>
                <a:ea typeface="Handy Casual"/>
                <a:cs typeface="Handy Casual"/>
                <a:sym typeface="Handy Casual"/>
              </a:rPr>
              <a:t>PROYECTO INTERMODULAR</a:t>
            </a:r>
          </a:p>
          <a:p>
            <a:pPr algn="ctr">
              <a:lnSpc>
                <a:spcPts val="4801"/>
              </a:lnSpc>
              <a:spcBef>
                <a:spcPct val="0"/>
              </a:spcBef>
            </a:pPr>
            <a:r>
              <a:rPr lang="en-US" sz="3429">
                <a:solidFill>
                  <a:srgbClr val="562606"/>
                </a:solidFill>
                <a:latin typeface="Handy Casual"/>
                <a:ea typeface="Handy Casual"/>
                <a:cs typeface="Handy Casual"/>
                <a:sym typeface="Handy Casual"/>
              </a:rPr>
              <a:t>II DAW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34688" y="7780792"/>
            <a:ext cx="4267727" cy="4114800"/>
          </a:xfrm>
          <a:custGeom>
            <a:avLst/>
            <a:gdLst/>
            <a:ahLst/>
            <a:cxnLst/>
            <a:rect r="r" b="b" t="t" l="l"/>
            <a:pathLst>
              <a:path h="4114800" w="4267727">
                <a:moveTo>
                  <a:pt x="0" y="0"/>
                </a:moveTo>
                <a:lnTo>
                  <a:pt x="4267727" y="0"/>
                </a:lnTo>
                <a:lnTo>
                  <a:pt x="42677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1605" y="1420967"/>
            <a:ext cx="8464999" cy="4976714"/>
          </a:xfrm>
          <a:custGeom>
            <a:avLst/>
            <a:gdLst/>
            <a:ahLst/>
            <a:cxnLst/>
            <a:rect r="r" b="b" t="t" l="l"/>
            <a:pathLst>
              <a:path h="4976714" w="8464999">
                <a:moveTo>
                  <a:pt x="0" y="0"/>
                </a:moveTo>
                <a:lnTo>
                  <a:pt x="8464999" y="0"/>
                </a:lnTo>
                <a:lnTo>
                  <a:pt x="8464999" y="4976714"/>
                </a:lnTo>
                <a:lnTo>
                  <a:pt x="0" y="49767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85183" y="571767"/>
            <a:ext cx="7299011" cy="84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8"/>
              </a:lnSpc>
            </a:pPr>
            <a:r>
              <a:rPr lang="en-US" sz="6776">
                <a:solidFill>
                  <a:srgbClr val="562606"/>
                </a:solidFill>
                <a:latin typeface="Binggo Wood"/>
                <a:ea typeface="Binggo Wood"/>
                <a:cs typeface="Binggo Wood"/>
                <a:sym typeface="Binggo Wood"/>
              </a:rPr>
              <a:t>Introducción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214861" y="-366906"/>
            <a:ext cx="1484687" cy="1395606"/>
          </a:xfrm>
          <a:custGeom>
            <a:avLst/>
            <a:gdLst/>
            <a:ahLst/>
            <a:cxnLst/>
            <a:rect r="r" b="b" t="t" l="l"/>
            <a:pathLst>
              <a:path h="1395606" w="1484687">
                <a:moveTo>
                  <a:pt x="0" y="0"/>
                </a:moveTo>
                <a:lnTo>
                  <a:pt x="1484688" y="0"/>
                </a:lnTo>
                <a:lnTo>
                  <a:pt x="1484688" y="1395606"/>
                </a:lnTo>
                <a:lnTo>
                  <a:pt x="0" y="13956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94659" y="1991575"/>
            <a:ext cx="6318890" cy="3529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4"/>
              </a:lnSpc>
              <a:spcBef>
                <a:spcPct val="0"/>
              </a:spcBef>
            </a:pPr>
            <a:r>
              <a:rPr lang="en-US" b="true" sz="2524">
                <a:solidFill>
                  <a:srgbClr val="56260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Bunnies &amp; Tea es un idle game de gestión de una cafetería operada por conejos. Detrás de un objetivo divertido (generar ingresos y comprar mejoras), se esconde un verdadero reto técnico: gestionar eventos asíncronos y cálculos matemáticos complejos en tiempo real.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9522979" y="3464069"/>
            <a:ext cx="8314534" cy="4888253"/>
          </a:xfrm>
          <a:custGeom>
            <a:avLst/>
            <a:gdLst/>
            <a:ahLst/>
            <a:cxnLst/>
            <a:rect r="r" b="b" t="t" l="l"/>
            <a:pathLst>
              <a:path h="4888253" w="8314534">
                <a:moveTo>
                  <a:pt x="8314534" y="0"/>
                </a:moveTo>
                <a:lnTo>
                  <a:pt x="0" y="0"/>
                </a:lnTo>
                <a:lnTo>
                  <a:pt x="0" y="4888253"/>
                </a:lnTo>
                <a:lnTo>
                  <a:pt x="8314534" y="4888253"/>
                </a:lnTo>
                <a:lnTo>
                  <a:pt x="831453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330537" y="4541360"/>
            <a:ext cx="6699418" cy="3140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6082" indent="-278041" lvl="1">
              <a:lnSpc>
                <a:spcPts val="3605"/>
              </a:lnSpc>
              <a:buFont typeface="Arial"/>
              <a:buChar char="•"/>
            </a:pPr>
            <a:r>
              <a:rPr lang="en-US" b="true" sz="2575">
                <a:solidFill>
                  <a:srgbClr val="56260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Aprender el funcionamiento de bajo nivel de MVC</a:t>
            </a:r>
          </a:p>
          <a:p>
            <a:pPr algn="l" marL="556082" indent="-278041" lvl="1">
              <a:lnSpc>
                <a:spcPts val="3605"/>
              </a:lnSpc>
              <a:buFont typeface="Arial"/>
              <a:buChar char="•"/>
            </a:pPr>
            <a:r>
              <a:rPr lang="en-US" b="true" sz="2575">
                <a:solidFill>
                  <a:srgbClr val="56260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Conseguir una aplicación reactiva y fluida </a:t>
            </a:r>
          </a:p>
          <a:p>
            <a:pPr algn="l" marL="556082" indent="-278041" lvl="1">
              <a:lnSpc>
                <a:spcPts val="3605"/>
              </a:lnSpc>
              <a:buFont typeface="Arial"/>
              <a:buChar char="•"/>
            </a:pPr>
            <a:r>
              <a:rPr lang="en-US" b="true" sz="2575">
                <a:solidFill>
                  <a:srgbClr val="56260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Desarrollar un sistema de despliegue con Docker y Docker Compose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58314" y="3171214"/>
            <a:ext cx="6309210" cy="738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4"/>
              </a:lnSpc>
            </a:pPr>
            <a:r>
              <a:rPr lang="en-US" sz="5857">
                <a:solidFill>
                  <a:srgbClr val="562606"/>
                </a:solidFill>
                <a:latin typeface="Binggo Wood"/>
                <a:ea typeface="Binggo Wood"/>
                <a:cs typeface="Binggo Wood"/>
                <a:sym typeface="Binggo Wood"/>
              </a:rPr>
              <a:t>Objetivos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129285">
            <a:off x="-465218" y="6719221"/>
            <a:ext cx="19647065" cy="6237943"/>
          </a:xfrm>
          <a:custGeom>
            <a:avLst/>
            <a:gdLst/>
            <a:ahLst/>
            <a:cxnLst/>
            <a:rect r="r" b="b" t="t" l="l"/>
            <a:pathLst>
              <a:path h="6237943" w="19647065">
                <a:moveTo>
                  <a:pt x="0" y="0"/>
                </a:moveTo>
                <a:lnTo>
                  <a:pt x="19647065" y="0"/>
                </a:lnTo>
                <a:lnTo>
                  <a:pt x="19647065" y="6237943"/>
                </a:lnTo>
                <a:lnTo>
                  <a:pt x="0" y="62379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53726" y="-226068"/>
            <a:ext cx="4058222" cy="4114800"/>
          </a:xfrm>
          <a:custGeom>
            <a:avLst/>
            <a:gdLst/>
            <a:ahLst/>
            <a:cxnLst/>
            <a:rect r="r" b="b" t="t" l="l"/>
            <a:pathLst>
              <a:path h="4114800" w="4058222">
                <a:moveTo>
                  <a:pt x="0" y="0"/>
                </a:moveTo>
                <a:lnTo>
                  <a:pt x="4058222" y="0"/>
                </a:lnTo>
                <a:lnTo>
                  <a:pt x="405822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23970" y="197109"/>
            <a:ext cx="2247941" cy="2214222"/>
          </a:xfrm>
          <a:custGeom>
            <a:avLst/>
            <a:gdLst/>
            <a:ahLst/>
            <a:cxnLst/>
            <a:rect r="r" b="b" t="t" l="l"/>
            <a:pathLst>
              <a:path h="2214222" w="2247941">
                <a:moveTo>
                  <a:pt x="0" y="0"/>
                </a:moveTo>
                <a:lnTo>
                  <a:pt x="2247940" y="0"/>
                </a:lnTo>
                <a:lnTo>
                  <a:pt x="2247940" y="2214222"/>
                </a:lnTo>
                <a:lnTo>
                  <a:pt x="0" y="22142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32323" y="7942399"/>
            <a:ext cx="4267727" cy="4114800"/>
          </a:xfrm>
          <a:custGeom>
            <a:avLst/>
            <a:gdLst/>
            <a:ahLst/>
            <a:cxnLst/>
            <a:rect r="r" b="b" t="t" l="l"/>
            <a:pathLst>
              <a:path h="4114800" w="4267727">
                <a:moveTo>
                  <a:pt x="0" y="0"/>
                </a:moveTo>
                <a:lnTo>
                  <a:pt x="4267727" y="0"/>
                </a:lnTo>
                <a:lnTo>
                  <a:pt x="42677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464354" y="956329"/>
            <a:ext cx="7359292" cy="867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4"/>
              </a:lnSpc>
            </a:pPr>
            <a:r>
              <a:rPr lang="en-US" sz="6832">
                <a:solidFill>
                  <a:srgbClr val="562606"/>
                </a:solidFill>
                <a:latin typeface="Binggo Wood"/>
                <a:ea typeface="Binggo Wood"/>
                <a:cs typeface="Binggo Wood"/>
                <a:sym typeface="Binggo Wood"/>
              </a:rPr>
              <a:t>Modelo MVC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98237" y="2110266"/>
            <a:ext cx="3520281" cy="803508"/>
            <a:chOff x="0" y="0"/>
            <a:chExt cx="865731" cy="1976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65731" cy="197604"/>
            </a:xfrm>
            <a:custGeom>
              <a:avLst/>
              <a:gdLst/>
              <a:ahLst/>
              <a:cxnLst/>
              <a:rect r="r" b="b" t="t" l="l"/>
              <a:pathLst>
                <a:path h="197604" w="865731">
                  <a:moveTo>
                    <a:pt x="76973" y="0"/>
                  </a:moveTo>
                  <a:lnTo>
                    <a:pt x="788758" y="0"/>
                  </a:lnTo>
                  <a:cubicBezTo>
                    <a:pt x="831269" y="0"/>
                    <a:pt x="865731" y="34462"/>
                    <a:pt x="865731" y="76973"/>
                  </a:cubicBezTo>
                  <a:lnTo>
                    <a:pt x="865731" y="120631"/>
                  </a:lnTo>
                  <a:cubicBezTo>
                    <a:pt x="865731" y="141046"/>
                    <a:pt x="857621" y="160624"/>
                    <a:pt x="843186" y="175059"/>
                  </a:cubicBezTo>
                  <a:cubicBezTo>
                    <a:pt x="828751" y="189495"/>
                    <a:pt x="809173" y="197604"/>
                    <a:pt x="788758" y="197604"/>
                  </a:cubicBezTo>
                  <a:lnTo>
                    <a:pt x="76973" y="197604"/>
                  </a:lnTo>
                  <a:cubicBezTo>
                    <a:pt x="34462" y="197604"/>
                    <a:pt x="0" y="163142"/>
                    <a:pt x="0" y="120631"/>
                  </a:cubicBezTo>
                  <a:lnTo>
                    <a:pt x="0" y="76973"/>
                  </a:lnTo>
                  <a:cubicBezTo>
                    <a:pt x="0" y="34462"/>
                    <a:pt x="34462" y="0"/>
                    <a:pt x="769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899">
                    <a:alpha val="91000"/>
                  </a:srgbClr>
                </a:gs>
                <a:gs pos="100000">
                  <a:srgbClr val="F1EBB0">
                    <a:alpha val="18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865731" cy="226179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239"/>
                </a:lnSpc>
              </a:pPr>
              <a:r>
                <a:rPr lang="en-US" sz="1599" b="true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controladorClics.php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618784" y="3007283"/>
            <a:ext cx="3254181" cy="865247"/>
            <a:chOff x="0" y="0"/>
            <a:chExt cx="743186" cy="1976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43186" cy="197604"/>
            </a:xfrm>
            <a:custGeom>
              <a:avLst/>
              <a:gdLst/>
              <a:ahLst/>
              <a:cxnLst/>
              <a:rect r="r" b="b" t="t" l="l"/>
              <a:pathLst>
                <a:path h="197604" w="743186">
                  <a:moveTo>
                    <a:pt x="83267" y="0"/>
                  </a:moveTo>
                  <a:lnTo>
                    <a:pt x="659919" y="0"/>
                  </a:lnTo>
                  <a:cubicBezTo>
                    <a:pt x="682002" y="0"/>
                    <a:pt x="703182" y="8773"/>
                    <a:pt x="718797" y="24388"/>
                  </a:cubicBezTo>
                  <a:cubicBezTo>
                    <a:pt x="734413" y="40004"/>
                    <a:pt x="743186" y="61184"/>
                    <a:pt x="743186" y="83267"/>
                  </a:cubicBezTo>
                  <a:lnTo>
                    <a:pt x="743186" y="114337"/>
                  </a:lnTo>
                  <a:cubicBezTo>
                    <a:pt x="743186" y="160324"/>
                    <a:pt x="705906" y="197604"/>
                    <a:pt x="659919" y="197604"/>
                  </a:cubicBezTo>
                  <a:lnTo>
                    <a:pt x="83267" y="197604"/>
                  </a:lnTo>
                  <a:cubicBezTo>
                    <a:pt x="37280" y="197604"/>
                    <a:pt x="0" y="160324"/>
                    <a:pt x="0" y="114337"/>
                  </a:cubicBezTo>
                  <a:lnTo>
                    <a:pt x="0" y="83267"/>
                  </a:lnTo>
                  <a:cubicBezTo>
                    <a:pt x="0" y="37280"/>
                    <a:pt x="37280" y="0"/>
                    <a:pt x="832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EF6BF">
                    <a:alpha val="70000"/>
                  </a:srgbClr>
                </a:gs>
                <a:gs pos="100000">
                  <a:srgbClr val="93DD91">
                    <a:alpha val="19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743186" cy="226179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239"/>
                </a:lnSpc>
              </a:pPr>
              <a:r>
                <a:rPr lang="en-US" sz="1599" b="true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gestorAutenticacion.php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478024" y="3486978"/>
            <a:ext cx="3375169" cy="897417"/>
            <a:chOff x="0" y="0"/>
            <a:chExt cx="743186" cy="19760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3186" cy="197604"/>
            </a:xfrm>
            <a:custGeom>
              <a:avLst/>
              <a:gdLst/>
              <a:ahLst/>
              <a:cxnLst/>
              <a:rect r="r" b="b" t="t" l="l"/>
              <a:pathLst>
                <a:path h="197604" w="743186">
                  <a:moveTo>
                    <a:pt x="80283" y="0"/>
                  </a:moveTo>
                  <a:lnTo>
                    <a:pt x="662903" y="0"/>
                  </a:lnTo>
                  <a:cubicBezTo>
                    <a:pt x="684196" y="0"/>
                    <a:pt x="704616" y="8458"/>
                    <a:pt x="719672" y="23514"/>
                  </a:cubicBezTo>
                  <a:cubicBezTo>
                    <a:pt x="734728" y="38570"/>
                    <a:pt x="743186" y="58990"/>
                    <a:pt x="743186" y="80283"/>
                  </a:cubicBezTo>
                  <a:lnTo>
                    <a:pt x="743186" y="117322"/>
                  </a:lnTo>
                  <a:cubicBezTo>
                    <a:pt x="743186" y="161660"/>
                    <a:pt x="707242" y="197604"/>
                    <a:pt x="662903" y="197604"/>
                  </a:cubicBezTo>
                  <a:lnTo>
                    <a:pt x="80283" y="197604"/>
                  </a:lnTo>
                  <a:cubicBezTo>
                    <a:pt x="35944" y="197604"/>
                    <a:pt x="0" y="161660"/>
                    <a:pt x="0" y="117322"/>
                  </a:cubicBezTo>
                  <a:lnTo>
                    <a:pt x="0" y="80283"/>
                  </a:lnTo>
                  <a:cubicBezTo>
                    <a:pt x="0" y="35944"/>
                    <a:pt x="35944" y="0"/>
                    <a:pt x="8028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ADFF">
                    <a:alpha val="91000"/>
                  </a:srgbClr>
                </a:gs>
                <a:gs pos="100000">
                  <a:srgbClr val="DEB5FA">
                    <a:alpha val="19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43186" cy="235704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165"/>
                </a:lnSpc>
              </a:pPr>
              <a:r>
                <a:rPr lang="en-US" b="true" sz="1546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home.view.php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266114" y="1883957"/>
            <a:ext cx="3125603" cy="831060"/>
            <a:chOff x="0" y="0"/>
            <a:chExt cx="743186" cy="19760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43186" cy="197604"/>
            </a:xfrm>
            <a:custGeom>
              <a:avLst/>
              <a:gdLst/>
              <a:ahLst/>
              <a:cxnLst/>
              <a:rect r="r" b="b" t="t" l="l"/>
              <a:pathLst>
                <a:path h="197604" w="743186">
                  <a:moveTo>
                    <a:pt x="86693" y="0"/>
                  </a:moveTo>
                  <a:lnTo>
                    <a:pt x="656493" y="0"/>
                  </a:lnTo>
                  <a:cubicBezTo>
                    <a:pt x="704372" y="0"/>
                    <a:pt x="743186" y="38814"/>
                    <a:pt x="743186" y="86693"/>
                  </a:cubicBezTo>
                  <a:lnTo>
                    <a:pt x="743186" y="110911"/>
                  </a:lnTo>
                  <a:cubicBezTo>
                    <a:pt x="743186" y="158791"/>
                    <a:pt x="704372" y="197604"/>
                    <a:pt x="656493" y="197604"/>
                  </a:cubicBezTo>
                  <a:lnTo>
                    <a:pt x="86693" y="197604"/>
                  </a:lnTo>
                  <a:cubicBezTo>
                    <a:pt x="38814" y="197604"/>
                    <a:pt x="0" y="158791"/>
                    <a:pt x="0" y="110911"/>
                  </a:cubicBezTo>
                  <a:lnTo>
                    <a:pt x="0" y="86693"/>
                  </a:lnTo>
                  <a:cubicBezTo>
                    <a:pt x="0" y="38814"/>
                    <a:pt x="38814" y="0"/>
                    <a:pt x="866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D59">
                    <a:alpha val="91000"/>
                  </a:srgbClr>
                </a:gs>
                <a:gs pos="100000">
                  <a:srgbClr val="FFB931">
                    <a:alpha val="19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43186" cy="235704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445"/>
                </a:lnSpc>
              </a:pPr>
              <a:r>
                <a:rPr lang="en-US" b="true" sz="1746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cerrar_sesion.php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478024" y="4573068"/>
            <a:ext cx="3375169" cy="897417"/>
            <a:chOff x="0" y="0"/>
            <a:chExt cx="743186" cy="19760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43186" cy="197604"/>
            </a:xfrm>
            <a:custGeom>
              <a:avLst/>
              <a:gdLst/>
              <a:ahLst/>
              <a:cxnLst/>
              <a:rect r="r" b="b" t="t" l="l"/>
              <a:pathLst>
                <a:path h="197604" w="743186">
                  <a:moveTo>
                    <a:pt x="80283" y="0"/>
                  </a:moveTo>
                  <a:lnTo>
                    <a:pt x="662903" y="0"/>
                  </a:lnTo>
                  <a:cubicBezTo>
                    <a:pt x="684196" y="0"/>
                    <a:pt x="704616" y="8458"/>
                    <a:pt x="719672" y="23514"/>
                  </a:cubicBezTo>
                  <a:cubicBezTo>
                    <a:pt x="734728" y="38570"/>
                    <a:pt x="743186" y="58990"/>
                    <a:pt x="743186" y="80283"/>
                  </a:cubicBezTo>
                  <a:lnTo>
                    <a:pt x="743186" y="117322"/>
                  </a:lnTo>
                  <a:cubicBezTo>
                    <a:pt x="743186" y="161660"/>
                    <a:pt x="707242" y="197604"/>
                    <a:pt x="662903" y="197604"/>
                  </a:cubicBezTo>
                  <a:lnTo>
                    <a:pt x="80283" y="197604"/>
                  </a:lnTo>
                  <a:cubicBezTo>
                    <a:pt x="35944" y="197604"/>
                    <a:pt x="0" y="161660"/>
                    <a:pt x="0" y="117322"/>
                  </a:cubicBezTo>
                  <a:lnTo>
                    <a:pt x="0" y="80283"/>
                  </a:lnTo>
                  <a:cubicBezTo>
                    <a:pt x="0" y="35944"/>
                    <a:pt x="35944" y="0"/>
                    <a:pt x="8028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ADFF">
                    <a:alpha val="91000"/>
                  </a:srgbClr>
                </a:gs>
                <a:gs pos="100000">
                  <a:srgbClr val="DEB5FA">
                    <a:alpha val="19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743186" cy="235704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165"/>
                </a:lnSpc>
              </a:pPr>
              <a:r>
                <a:rPr lang="en-US" b="true" sz="1546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iniciar_sesion.view.php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266114" y="2889740"/>
            <a:ext cx="3125603" cy="831060"/>
            <a:chOff x="0" y="0"/>
            <a:chExt cx="743186" cy="19760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43186" cy="197604"/>
            </a:xfrm>
            <a:custGeom>
              <a:avLst/>
              <a:gdLst/>
              <a:ahLst/>
              <a:cxnLst/>
              <a:rect r="r" b="b" t="t" l="l"/>
              <a:pathLst>
                <a:path h="197604" w="743186">
                  <a:moveTo>
                    <a:pt x="86693" y="0"/>
                  </a:moveTo>
                  <a:lnTo>
                    <a:pt x="656493" y="0"/>
                  </a:lnTo>
                  <a:cubicBezTo>
                    <a:pt x="704372" y="0"/>
                    <a:pt x="743186" y="38814"/>
                    <a:pt x="743186" y="86693"/>
                  </a:cubicBezTo>
                  <a:lnTo>
                    <a:pt x="743186" y="110911"/>
                  </a:lnTo>
                  <a:cubicBezTo>
                    <a:pt x="743186" y="158791"/>
                    <a:pt x="704372" y="197604"/>
                    <a:pt x="656493" y="197604"/>
                  </a:cubicBezTo>
                  <a:lnTo>
                    <a:pt x="86693" y="197604"/>
                  </a:lnTo>
                  <a:cubicBezTo>
                    <a:pt x="38814" y="197604"/>
                    <a:pt x="0" y="158791"/>
                    <a:pt x="0" y="110911"/>
                  </a:cubicBezTo>
                  <a:lnTo>
                    <a:pt x="0" y="86693"/>
                  </a:lnTo>
                  <a:cubicBezTo>
                    <a:pt x="0" y="38814"/>
                    <a:pt x="38814" y="0"/>
                    <a:pt x="866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D59">
                    <a:alpha val="91000"/>
                  </a:srgbClr>
                </a:gs>
                <a:gs pos="100000">
                  <a:srgbClr val="FFB931">
                    <a:alpha val="19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743186" cy="235704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445"/>
                </a:lnSpc>
              </a:pPr>
              <a:r>
                <a:rPr lang="en-US" b="true" sz="1746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db.php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98237" y="4055142"/>
            <a:ext cx="3520281" cy="803508"/>
            <a:chOff x="0" y="0"/>
            <a:chExt cx="865731" cy="19760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65731" cy="197604"/>
            </a:xfrm>
            <a:custGeom>
              <a:avLst/>
              <a:gdLst/>
              <a:ahLst/>
              <a:cxnLst/>
              <a:rect r="r" b="b" t="t" l="l"/>
              <a:pathLst>
                <a:path h="197604" w="865731">
                  <a:moveTo>
                    <a:pt x="76973" y="0"/>
                  </a:moveTo>
                  <a:lnTo>
                    <a:pt x="788758" y="0"/>
                  </a:lnTo>
                  <a:cubicBezTo>
                    <a:pt x="831269" y="0"/>
                    <a:pt x="865731" y="34462"/>
                    <a:pt x="865731" y="76973"/>
                  </a:cubicBezTo>
                  <a:lnTo>
                    <a:pt x="865731" y="120631"/>
                  </a:lnTo>
                  <a:cubicBezTo>
                    <a:pt x="865731" y="141046"/>
                    <a:pt x="857621" y="160624"/>
                    <a:pt x="843186" y="175059"/>
                  </a:cubicBezTo>
                  <a:cubicBezTo>
                    <a:pt x="828751" y="189495"/>
                    <a:pt x="809173" y="197604"/>
                    <a:pt x="788758" y="197604"/>
                  </a:cubicBezTo>
                  <a:lnTo>
                    <a:pt x="76973" y="197604"/>
                  </a:lnTo>
                  <a:cubicBezTo>
                    <a:pt x="34462" y="197604"/>
                    <a:pt x="0" y="163142"/>
                    <a:pt x="0" y="120631"/>
                  </a:cubicBezTo>
                  <a:lnTo>
                    <a:pt x="0" y="76973"/>
                  </a:lnTo>
                  <a:cubicBezTo>
                    <a:pt x="0" y="34462"/>
                    <a:pt x="34462" y="0"/>
                    <a:pt x="769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899">
                    <a:alpha val="91000"/>
                  </a:srgbClr>
                </a:gs>
                <a:gs pos="100000">
                  <a:srgbClr val="F1EBB0">
                    <a:alpha val="18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865731" cy="226179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239"/>
                </a:lnSpc>
              </a:pPr>
              <a:r>
                <a:rPr lang="en-US" sz="1599" b="true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controladorExportacion.php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478024" y="5659157"/>
            <a:ext cx="3375169" cy="897417"/>
            <a:chOff x="0" y="0"/>
            <a:chExt cx="743186" cy="19760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43186" cy="197604"/>
            </a:xfrm>
            <a:custGeom>
              <a:avLst/>
              <a:gdLst/>
              <a:ahLst/>
              <a:cxnLst/>
              <a:rect r="r" b="b" t="t" l="l"/>
              <a:pathLst>
                <a:path h="197604" w="743186">
                  <a:moveTo>
                    <a:pt x="80283" y="0"/>
                  </a:moveTo>
                  <a:lnTo>
                    <a:pt x="662903" y="0"/>
                  </a:lnTo>
                  <a:cubicBezTo>
                    <a:pt x="684196" y="0"/>
                    <a:pt x="704616" y="8458"/>
                    <a:pt x="719672" y="23514"/>
                  </a:cubicBezTo>
                  <a:cubicBezTo>
                    <a:pt x="734728" y="38570"/>
                    <a:pt x="743186" y="58990"/>
                    <a:pt x="743186" y="80283"/>
                  </a:cubicBezTo>
                  <a:lnTo>
                    <a:pt x="743186" y="117322"/>
                  </a:lnTo>
                  <a:cubicBezTo>
                    <a:pt x="743186" y="161660"/>
                    <a:pt x="707242" y="197604"/>
                    <a:pt x="662903" y="197604"/>
                  </a:cubicBezTo>
                  <a:lnTo>
                    <a:pt x="80283" y="197604"/>
                  </a:lnTo>
                  <a:cubicBezTo>
                    <a:pt x="35944" y="197604"/>
                    <a:pt x="0" y="161660"/>
                    <a:pt x="0" y="117322"/>
                  </a:cubicBezTo>
                  <a:lnTo>
                    <a:pt x="0" y="80283"/>
                  </a:lnTo>
                  <a:cubicBezTo>
                    <a:pt x="0" y="35944"/>
                    <a:pt x="35944" y="0"/>
                    <a:pt x="8028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ADFF">
                    <a:alpha val="91000"/>
                  </a:srgbClr>
                </a:gs>
                <a:gs pos="100000">
                  <a:srgbClr val="DEB5FA">
                    <a:alpha val="19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43186" cy="235704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165"/>
                </a:lnSpc>
              </a:pPr>
              <a:r>
                <a:rPr lang="en-US" b="true" sz="1546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registro.view.php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266114" y="3895522"/>
            <a:ext cx="3125603" cy="831060"/>
            <a:chOff x="0" y="0"/>
            <a:chExt cx="743186" cy="19760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43186" cy="197604"/>
            </a:xfrm>
            <a:custGeom>
              <a:avLst/>
              <a:gdLst/>
              <a:ahLst/>
              <a:cxnLst/>
              <a:rect r="r" b="b" t="t" l="l"/>
              <a:pathLst>
                <a:path h="197604" w="743186">
                  <a:moveTo>
                    <a:pt x="86693" y="0"/>
                  </a:moveTo>
                  <a:lnTo>
                    <a:pt x="656493" y="0"/>
                  </a:lnTo>
                  <a:cubicBezTo>
                    <a:pt x="704372" y="0"/>
                    <a:pt x="743186" y="38814"/>
                    <a:pt x="743186" y="86693"/>
                  </a:cubicBezTo>
                  <a:lnTo>
                    <a:pt x="743186" y="110911"/>
                  </a:lnTo>
                  <a:cubicBezTo>
                    <a:pt x="743186" y="158791"/>
                    <a:pt x="704372" y="197604"/>
                    <a:pt x="656493" y="197604"/>
                  </a:cubicBezTo>
                  <a:lnTo>
                    <a:pt x="86693" y="197604"/>
                  </a:lnTo>
                  <a:cubicBezTo>
                    <a:pt x="38814" y="197604"/>
                    <a:pt x="0" y="158791"/>
                    <a:pt x="0" y="110911"/>
                  </a:cubicBezTo>
                  <a:lnTo>
                    <a:pt x="0" y="86693"/>
                  </a:lnTo>
                  <a:cubicBezTo>
                    <a:pt x="0" y="38814"/>
                    <a:pt x="38814" y="0"/>
                    <a:pt x="866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D59">
                    <a:alpha val="91000"/>
                  </a:srgbClr>
                </a:gs>
                <a:gs pos="100000">
                  <a:srgbClr val="FFB931">
                    <a:alpha val="19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743186" cy="235704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445"/>
                </a:lnSpc>
              </a:pPr>
              <a:r>
                <a:rPr lang="en-US" b="true" sz="1746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index.php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478024" y="6745247"/>
            <a:ext cx="3375169" cy="897417"/>
            <a:chOff x="0" y="0"/>
            <a:chExt cx="743186" cy="19760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43186" cy="197604"/>
            </a:xfrm>
            <a:custGeom>
              <a:avLst/>
              <a:gdLst/>
              <a:ahLst/>
              <a:cxnLst/>
              <a:rect r="r" b="b" t="t" l="l"/>
              <a:pathLst>
                <a:path h="197604" w="743186">
                  <a:moveTo>
                    <a:pt x="80283" y="0"/>
                  </a:moveTo>
                  <a:lnTo>
                    <a:pt x="662903" y="0"/>
                  </a:lnTo>
                  <a:cubicBezTo>
                    <a:pt x="684196" y="0"/>
                    <a:pt x="704616" y="8458"/>
                    <a:pt x="719672" y="23514"/>
                  </a:cubicBezTo>
                  <a:cubicBezTo>
                    <a:pt x="734728" y="38570"/>
                    <a:pt x="743186" y="58990"/>
                    <a:pt x="743186" y="80283"/>
                  </a:cubicBezTo>
                  <a:lnTo>
                    <a:pt x="743186" y="117322"/>
                  </a:lnTo>
                  <a:cubicBezTo>
                    <a:pt x="743186" y="161660"/>
                    <a:pt x="707242" y="197604"/>
                    <a:pt x="662903" y="197604"/>
                  </a:cubicBezTo>
                  <a:lnTo>
                    <a:pt x="80283" y="197604"/>
                  </a:lnTo>
                  <a:cubicBezTo>
                    <a:pt x="35944" y="197604"/>
                    <a:pt x="0" y="161660"/>
                    <a:pt x="0" y="117322"/>
                  </a:cubicBezTo>
                  <a:lnTo>
                    <a:pt x="0" y="80283"/>
                  </a:lnTo>
                  <a:cubicBezTo>
                    <a:pt x="0" y="35944"/>
                    <a:pt x="35944" y="0"/>
                    <a:pt x="8028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ADFF">
                    <a:alpha val="91000"/>
                  </a:srgbClr>
                </a:gs>
                <a:gs pos="100000">
                  <a:srgbClr val="DEB5FA">
                    <a:alpha val="19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743186" cy="235704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165"/>
                </a:lnSpc>
              </a:pPr>
              <a:r>
                <a:rPr lang="en-US" b="true" sz="1546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tienda.view.php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266114" y="4901305"/>
            <a:ext cx="3125603" cy="831060"/>
            <a:chOff x="0" y="0"/>
            <a:chExt cx="743186" cy="19760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43186" cy="197604"/>
            </a:xfrm>
            <a:custGeom>
              <a:avLst/>
              <a:gdLst/>
              <a:ahLst/>
              <a:cxnLst/>
              <a:rect r="r" b="b" t="t" l="l"/>
              <a:pathLst>
                <a:path h="197604" w="743186">
                  <a:moveTo>
                    <a:pt x="86693" y="0"/>
                  </a:moveTo>
                  <a:lnTo>
                    <a:pt x="656493" y="0"/>
                  </a:lnTo>
                  <a:cubicBezTo>
                    <a:pt x="704372" y="0"/>
                    <a:pt x="743186" y="38814"/>
                    <a:pt x="743186" y="86693"/>
                  </a:cubicBezTo>
                  <a:lnTo>
                    <a:pt x="743186" y="110911"/>
                  </a:lnTo>
                  <a:cubicBezTo>
                    <a:pt x="743186" y="158791"/>
                    <a:pt x="704372" y="197604"/>
                    <a:pt x="656493" y="197604"/>
                  </a:cubicBezTo>
                  <a:lnTo>
                    <a:pt x="86693" y="197604"/>
                  </a:lnTo>
                  <a:cubicBezTo>
                    <a:pt x="38814" y="197604"/>
                    <a:pt x="0" y="158791"/>
                    <a:pt x="0" y="110911"/>
                  </a:cubicBezTo>
                  <a:lnTo>
                    <a:pt x="0" y="86693"/>
                  </a:lnTo>
                  <a:cubicBezTo>
                    <a:pt x="0" y="38814"/>
                    <a:pt x="38814" y="0"/>
                    <a:pt x="866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D59">
                    <a:alpha val="91000"/>
                  </a:srgbClr>
                </a:gs>
                <a:gs pos="100000">
                  <a:srgbClr val="FFB931">
                    <a:alpha val="19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743186" cy="235704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445"/>
                </a:lnSpc>
              </a:pPr>
              <a:r>
                <a:rPr lang="en-US" b="true" sz="1746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iniciar_sesion.php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266114" y="6912869"/>
            <a:ext cx="3125603" cy="831060"/>
            <a:chOff x="0" y="0"/>
            <a:chExt cx="743186" cy="19760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43186" cy="197604"/>
            </a:xfrm>
            <a:custGeom>
              <a:avLst/>
              <a:gdLst/>
              <a:ahLst/>
              <a:cxnLst/>
              <a:rect r="r" b="b" t="t" l="l"/>
              <a:pathLst>
                <a:path h="197604" w="743186">
                  <a:moveTo>
                    <a:pt x="86693" y="0"/>
                  </a:moveTo>
                  <a:lnTo>
                    <a:pt x="656493" y="0"/>
                  </a:lnTo>
                  <a:cubicBezTo>
                    <a:pt x="704372" y="0"/>
                    <a:pt x="743186" y="38814"/>
                    <a:pt x="743186" y="86693"/>
                  </a:cubicBezTo>
                  <a:lnTo>
                    <a:pt x="743186" y="110911"/>
                  </a:lnTo>
                  <a:cubicBezTo>
                    <a:pt x="743186" y="158791"/>
                    <a:pt x="704372" y="197604"/>
                    <a:pt x="656493" y="197604"/>
                  </a:cubicBezTo>
                  <a:lnTo>
                    <a:pt x="86693" y="197604"/>
                  </a:lnTo>
                  <a:cubicBezTo>
                    <a:pt x="38814" y="197604"/>
                    <a:pt x="0" y="158791"/>
                    <a:pt x="0" y="110911"/>
                  </a:cubicBezTo>
                  <a:lnTo>
                    <a:pt x="0" y="86693"/>
                  </a:lnTo>
                  <a:cubicBezTo>
                    <a:pt x="0" y="38814"/>
                    <a:pt x="38814" y="0"/>
                    <a:pt x="866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D59">
                    <a:alpha val="91000"/>
                  </a:srgbClr>
                </a:gs>
                <a:gs pos="100000">
                  <a:srgbClr val="FFB931">
                    <a:alpha val="19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743186" cy="235704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445"/>
                </a:lnSpc>
              </a:pPr>
              <a:r>
                <a:rPr lang="en-US" b="true" sz="1746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tienda.php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289199" y="5905877"/>
            <a:ext cx="3125603" cy="831060"/>
            <a:chOff x="0" y="0"/>
            <a:chExt cx="743186" cy="19760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43186" cy="197604"/>
            </a:xfrm>
            <a:custGeom>
              <a:avLst/>
              <a:gdLst/>
              <a:ahLst/>
              <a:cxnLst/>
              <a:rect r="r" b="b" t="t" l="l"/>
              <a:pathLst>
                <a:path h="197604" w="743186">
                  <a:moveTo>
                    <a:pt x="86693" y="0"/>
                  </a:moveTo>
                  <a:lnTo>
                    <a:pt x="656493" y="0"/>
                  </a:lnTo>
                  <a:cubicBezTo>
                    <a:pt x="704372" y="0"/>
                    <a:pt x="743186" y="38814"/>
                    <a:pt x="743186" y="86693"/>
                  </a:cubicBezTo>
                  <a:lnTo>
                    <a:pt x="743186" y="110911"/>
                  </a:lnTo>
                  <a:cubicBezTo>
                    <a:pt x="743186" y="158791"/>
                    <a:pt x="704372" y="197604"/>
                    <a:pt x="656493" y="197604"/>
                  </a:cubicBezTo>
                  <a:lnTo>
                    <a:pt x="86693" y="197604"/>
                  </a:lnTo>
                  <a:cubicBezTo>
                    <a:pt x="38814" y="197604"/>
                    <a:pt x="0" y="158791"/>
                    <a:pt x="0" y="110911"/>
                  </a:cubicBezTo>
                  <a:lnTo>
                    <a:pt x="0" y="86693"/>
                  </a:lnTo>
                  <a:cubicBezTo>
                    <a:pt x="0" y="38814"/>
                    <a:pt x="38814" y="0"/>
                    <a:pt x="866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D59">
                    <a:alpha val="91000"/>
                  </a:srgbClr>
                </a:gs>
                <a:gs pos="100000">
                  <a:srgbClr val="FFB931">
                    <a:alpha val="19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743186" cy="235704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445"/>
                </a:lnSpc>
              </a:pPr>
              <a:r>
                <a:rPr lang="en-US" b="true" sz="1746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registro.php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289199" y="7914847"/>
            <a:ext cx="3125603" cy="831060"/>
            <a:chOff x="0" y="0"/>
            <a:chExt cx="743186" cy="19760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43186" cy="197604"/>
            </a:xfrm>
            <a:custGeom>
              <a:avLst/>
              <a:gdLst/>
              <a:ahLst/>
              <a:cxnLst/>
              <a:rect r="r" b="b" t="t" l="l"/>
              <a:pathLst>
                <a:path h="197604" w="743186">
                  <a:moveTo>
                    <a:pt x="86693" y="0"/>
                  </a:moveTo>
                  <a:lnTo>
                    <a:pt x="656493" y="0"/>
                  </a:lnTo>
                  <a:cubicBezTo>
                    <a:pt x="704372" y="0"/>
                    <a:pt x="743186" y="38814"/>
                    <a:pt x="743186" y="86693"/>
                  </a:cubicBezTo>
                  <a:lnTo>
                    <a:pt x="743186" y="110911"/>
                  </a:lnTo>
                  <a:cubicBezTo>
                    <a:pt x="743186" y="158791"/>
                    <a:pt x="704372" y="197604"/>
                    <a:pt x="656493" y="197604"/>
                  </a:cubicBezTo>
                  <a:lnTo>
                    <a:pt x="86693" y="197604"/>
                  </a:lnTo>
                  <a:cubicBezTo>
                    <a:pt x="38814" y="197604"/>
                    <a:pt x="0" y="158791"/>
                    <a:pt x="0" y="110911"/>
                  </a:cubicBezTo>
                  <a:lnTo>
                    <a:pt x="0" y="86693"/>
                  </a:lnTo>
                  <a:cubicBezTo>
                    <a:pt x="0" y="38814"/>
                    <a:pt x="38814" y="0"/>
                    <a:pt x="866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D59">
                    <a:alpha val="91000"/>
                  </a:srgbClr>
                </a:gs>
                <a:gs pos="100000">
                  <a:srgbClr val="FFB931">
                    <a:alpha val="19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743186" cy="235704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445"/>
                </a:lnSpc>
              </a:pPr>
              <a:r>
                <a:rPr lang="en-US" b="true" sz="1746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verificar_sesion.php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598237" y="7991221"/>
            <a:ext cx="3520281" cy="803508"/>
            <a:chOff x="0" y="0"/>
            <a:chExt cx="865731" cy="19760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65731" cy="197604"/>
            </a:xfrm>
            <a:custGeom>
              <a:avLst/>
              <a:gdLst/>
              <a:ahLst/>
              <a:cxnLst/>
              <a:rect r="r" b="b" t="t" l="l"/>
              <a:pathLst>
                <a:path h="197604" w="865731">
                  <a:moveTo>
                    <a:pt x="76973" y="0"/>
                  </a:moveTo>
                  <a:lnTo>
                    <a:pt x="788758" y="0"/>
                  </a:lnTo>
                  <a:cubicBezTo>
                    <a:pt x="831269" y="0"/>
                    <a:pt x="865731" y="34462"/>
                    <a:pt x="865731" y="76973"/>
                  </a:cubicBezTo>
                  <a:lnTo>
                    <a:pt x="865731" y="120631"/>
                  </a:lnTo>
                  <a:cubicBezTo>
                    <a:pt x="865731" y="141046"/>
                    <a:pt x="857621" y="160624"/>
                    <a:pt x="843186" y="175059"/>
                  </a:cubicBezTo>
                  <a:cubicBezTo>
                    <a:pt x="828751" y="189495"/>
                    <a:pt x="809173" y="197604"/>
                    <a:pt x="788758" y="197604"/>
                  </a:cubicBezTo>
                  <a:lnTo>
                    <a:pt x="76973" y="197604"/>
                  </a:lnTo>
                  <a:cubicBezTo>
                    <a:pt x="34462" y="197604"/>
                    <a:pt x="0" y="163142"/>
                    <a:pt x="0" y="120631"/>
                  </a:cubicBezTo>
                  <a:lnTo>
                    <a:pt x="0" y="76973"/>
                  </a:lnTo>
                  <a:cubicBezTo>
                    <a:pt x="0" y="34462"/>
                    <a:pt x="34462" y="0"/>
                    <a:pt x="769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899">
                    <a:alpha val="91000"/>
                  </a:srgbClr>
                </a:gs>
                <a:gs pos="100000">
                  <a:srgbClr val="F1EBB0">
                    <a:alpha val="18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865731" cy="226179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239"/>
                </a:lnSpc>
              </a:pPr>
              <a:r>
                <a:rPr lang="en-US" sz="1599" b="true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controladorEstadísticas.php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547019" y="5030100"/>
            <a:ext cx="3520281" cy="803508"/>
            <a:chOff x="0" y="0"/>
            <a:chExt cx="865731" cy="19760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65731" cy="197604"/>
            </a:xfrm>
            <a:custGeom>
              <a:avLst/>
              <a:gdLst/>
              <a:ahLst/>
              <a:cxnLst/>
              <a:rect r="r" b="b" t="t" l="l"/>
              <a:pathLst>
                <a:path h="197604" w="865731">
                  <a:moveTo>
                    <a:pt x="76973" y="0"/>
                  </a:moveTo>
                  <a:lnTo>
                    <a:pt x="788758" y="0"/>
                  </a:lnTo>
                  <a:cubicBezTo>
                    <a:pt x="831269" y="0"/>
                    <a:pt x="865731" y="34462"/>
                    <a:pt x="865731" y="76973"/>
                  </a:cubicBezTo>
                  <a:lnTo>
                    <a:pt x="865731" y="120631"/>
                  </a:lnTo>
                  <a:cubicBezTo>
                    <a:pt x="865731" y="141046"/>
                    <a:pt x="857621" y="160624"/>
                    <a:pt x="843186" y="175059"/>
                  </a:cubicBezTo>
                  <a:cubicBezTo>
                    <a:pt x="828751" y="189495"/>
                    <a:pt x="809173" y="197604"/>
                    <a:pt x="788758" y="197604"/>
                  </a:cubicBezTo>
                  <a:lnTo>
                    <a:pt x="76973" y="197604"/>
                  </a:lnTo>
                  <a:cubicBezTo>
                    <a:pt x="34462" y="197604"/>
                    <a:pt x="0" y="163142"/>
                    <a:pt x="0" y="120631"/>
                  </a:cubicBezTo>
                  <a:lnTo>
                    <a:pt x="0" y="76973"/>
                  </a:lnTo>
                  <a:cubicBezTo>
                    <a:pt x="0" y="34462"/>
                    <a:pt x="34462" y="0"/>
                    <a:pt x="769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899">
                    <a:alpha val="91000"/>
                  </a:srgbClr>
                </a:gs>
                <a:gs pos="100000">
                  <a:srgbClr val="F1EBB0">
                    <a:alpha val="18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865731" cy="226179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239"/>
                </a:lnSpc>
              </a:pPr>
              <a:r>
                <a:rPr lang="en-US" sz="1599" b="true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controladorImportacion.php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598237" y="6026447"/>
            <a:ext cx="3520281" cy="803508"/>
            <a:chOff x="0" y="0"/>
            <a:chExt cx="865731" cy="19760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65731" cy="197604"/>
            </a:xfrm>
            <a:custGeom>
              <a:avLst/>
              <a:gdLst/>
              <a:ahLst/>
              <a:cxnLst/>
              <a:rect r="r" b="b" t="t" l="l"/>
              <a:pathLst>
                <a:path h="197604" w="865731">
                  <a:moveTo>
                    <a:pt x="76973" y="0"/>
                  </a:moveTo>
                  <a:lnTo>
                    <a:pt x="788758" y="0"/>
                  </a:lnTo>
                  <a:cubicBezTo>
                    <a:pt x="831269" y="0"/>
                    <a:pt x="865731" y="34462"/>
                    <a:pt x="865731" y="76973"/>
                  </a:cubicBezTo>
                  <a:lnTo>
                    <a:pt x="865731" y="120631"/>
                  </a:lnTo>
                  <a:cubicBezTo>
                    <a:pt x="865731" y="141046"/>
                    <a:pt x="857621" y="160624"/>
                    <a:pt x="843186" y="175059"/>
                  </a:cubicBezTo>
                  <a:cubicBezTo>
                    <a:pt x="828751" y="189495"/>
                    <a:pt x="809173" y="197604"/>
                    <a:pt x="788758" y="197604"/>
                  </a:cubicBezTo>
                  <a:lnTo>
                    <a:pt x="76973" y="197604"/>
                  </a:lnTo>
                  <a:cubicBezTo>
                    <a:pt x="34462" y="197604"/>
                    <a:pt x="0" y="163142"/>
                    <a:pt x="0" y="120631"/>
                  </a:cubicBezTo>
                  <a:lnTo>
                    <a:pt x="0" y="76973"/>
                  </a:lnTo>
                  <a:cubicBezTo>
                    <a:pt x="0" y="34462"/>
                    <a:pt x="34462" y="0"/>
                    <a:pt x="769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899">
                    <a:alpha val="91000"/>
                  </a:srgbClr>
                </a:gs>
                <a:gs pos="100000">
                  <a:srgbClr val="F1EBB0">
                    <a:alpha val="18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865731" cy="226179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239"/>
                </a:lnSpc>
              </a:pPr>
              <a:r>
                <a:rPr lang="en-US" sz="1599" b="true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controladorLimpieza.php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598237" y="6997213"/>
            <a:ext cx="3520281" cy="803508"/>
            <a:chOff x="0" y="0"/>
            <a:chExt cx="865731" cy="19760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65731" cy="197604"/>
            </a:xfrm>
            <a:custGeom>
              <a:avLst/>
              <a:gdLst/>
              <a:ahLst/>
              <a:cxnLst/>
              <a:rect r="r" b="b" t="t" l="l"/>
              <a:pathLst>
                <a:path h="197604" w="865731">
                  <a:moveTo>
                    <a:pt x="76973" y="0"/>
                  </a:moveTo>
                  <a:lnTo>
                    <a:pt x="788758" y="0"/>
                  </a:lnTo>
                  <a:cubicBezTo>
                    <a:pt x="831269" y="0"/>
                    <a:pt x="865731" y="34462"/>
                    <a:pt x="865731" y="76973"/>
                  </a:cubicBezTo>
                  <a:lnTo>
                    <a:pt x="865731" y="120631"/>
                  </a:lnTo>
                  <a:cubicBezTo>
                    <a:pt x="865731" y="141046"/>
                    <a:pt x="857621" y="160624"/>
                    <a:pt x="843186" y="175059"/>
                  </a:cubicBezTo>
                  <a:cubicBezTo>
                    <a:pt x="828751" y="189495"/>
                    <a:pt x="809173" y="197604"/>
                    <a:pt x="788758" y="197604"/>
                  </a:cubicBezTo>
                  <a:lnTo>
                    <a:pt x="76973" y="197604"/>
                  </a:lnTo>
                  <a:cubicBezTo>
                    <a:pt x="34462" y="197604"/>
                    <a:pt x="0" y="163142"/>
                    <a:pt x="0" y="120631"/>
                  </a:cubicBezTo>
                  <a:lnTo>
                    <a:pt x="0" y="76973"/>
                  </a:lnTo>
                  <a:cubicBezTo>
                    <a:pt x="0" y="34462"/>
                    <a:pt x="34462" y="0"/>
                    <a:pt x="769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899">
                    <a:alpha val="91000"/>
                  </a:srgbClr>
                </a:gs>
                <a:gs pos="100000">
                  <a:srgbClr val="F1EBB0">
                    <a:alpha val="18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28575"/>
              <a:ext cx="865731" cy="226179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239"/>
                </a:lnSpc>
              </a:pPr>
              <a:r>
                <a:rPr lang="en-US" sz="1599" b="true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controladorReinicio.php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547019" y="3061133"/>
            <a:ext cx="3520281" cy="803508"/>
            <a:chOff x="0" y="0"/>
            <a:chExt cx="865731" cy="19760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65731" cy="197604"/>
            </a:xfrm>
            <a:custGeom>
              <a:avLst/>
              <a:gdLst/>
              <a:ahLst/>
              <a:cxnLst/>
              <a:rect r="r" b="b" t="t" l="l"/>
              <a:pathLst>
                <a:path h="197604" w="865731">
                  <a:moveTo>
                    <a:pt x="76973" y="0"/>
                  </a:moveTo>
                  <a:lnTo>
                    <a:pt x="788758" y="0"/>
                  </a:lnTo>
                  <a:cubicBezTo>
                    <a:pt x="831269" y="0"/>
                    <a:pt x="865731" y="34462"/>
                    <a:pt x="865731" y="76973"/>
                  </a:cubicBezTo>
                  <a:lnTo>
                    <a:pt x="865731" y="120631"/>
                  </a:lnTo>
                  <a:cubicBezTo>
                    <a:pt x="865731" y="141046"/>
                    <a:pt x="857621" y="160624"/>
                    <a:pt x="843186" y="175059"/>
                  </a:cubicBezTo>
                  <a:cubicBezTo>
                    <a:pt x="828751" y="189495"/>
                    <a:pt x="809173" y="197604"/>
                    <a:pt x="788758" y="197604"/>
                  </a:cubicBezTo>
                  <a:lnTo>
                    <a:pt x="76973" y="197604"/>
                  </a:lnTo>
                  <a:cubicBezTo>
                    <a:pt x="34462" y="197604"/>
                    <a:pt x="0" y="163142"/>
                    <a:pt x="0" y="120631"/>
                  </a:cubicBezTo>
                  <a:lnTo>
                    <a:pt x="0" y="76973"/>
                  </a:lnTo>
                  <a:cubicBezTo>
                    <a:pt x="0" y="34462"/>
                    <a:pt x="34462" y="0"/>
                    <a:pt x="769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899">
                    <a:alpha val="91000"/>
                  </a:srgbClr>
                </a:gs>
                <a:gs pos="100000">
                  <a:srgbClr val="F1EBB0">
                    <a:alpha val="18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865731" cy="226179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960"/>
                </a:lnSpc>
              </a:pPr>
              <a:r>
                <a:rPr lang="en-US" sz="1400" b="true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controladorProduccionPasiva.php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5621625" y="4104795"/>
            <a:ext cx="3254181" cy="865247"/>
            <a:chOff x="0" y="0"/>
            <a:chExt cx="743186" cy="19760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43186" cy="197604"/>
            </a:xfrm>
            <a:custGeom>
              <a:avLst/>
              <a:gdLst/>
              <a:ahLst/>
              <a:cxnLst/>
              <a:rect r="r" b="b" t="t" l="l"/>
              <a:pathLst>
                <a:path h="197604" w="743186">
                  <a:moveTo>
                    <a:pt x="83267" y="0"/>
                  </a:moveTo>
                  <a:lnTo>
                    <a:pt x="659919" y="0"/>
                  </a:lnTo>
                  <a:cubicBezTo>
                    <a:pt x="682002" y="0"/>
                    <a:pt x="703182" y="8773"/>
                    <a:pt x="718797" y="24388"/>
                  </a:cubicBezTo>
                  <a:cubicBezTo>
                    <a:pt x="734413" y="40004"/>
                    <a:pt x="743186" y="61184"/>
                    <a:pt x="743186" y="83267"/>
                  </a:cubicBezTo>
                  <a:lnTo>
                    <a:pt x="743186" y="114337"/>
                  </a:lnTo>
                  <a:cubicBezTo>
                    <a:pt x="743186" y="160324"/>
                    <a:pt x="705906" y="197604"/>
                    <a:pt x="659919" y="197604"/>
                  </a:cubicBezTo>
                  <a:lnTo>
                    <a:pt x="83267" y="197604"/>
                  </a:lnTo>
                  <a:cubicBezTo>
                    <a:pt x="37280" y="197604"/>
                    <a:pt x="0" y="160324"/>
                    <a:pt x="0" y="114337"/>
                  </a:cubicBezTo>
                  <a:lnTo>
                    <a:pt x="0" y="83267"/>
                  </a:lnTo>
                  <a:cubicBezTo>
                    <a:pt x="0" y="37280"/>
                    <a:pt x="37280" y="0"/>
                    <a:pt x="832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EF6BF">
                    <a:alpha val="70000"/>
                  </a:srgbClr>
                </a:gs>
                <a:gs pos="100000">
                  <a:srgbClr val="93DD91">
                    <a:alpha val="19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743186" cy="226179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239"/>
                </a:lnSpc>
              </a:pPr>
              <a:r>
                <a:rPr lang="en-US" sz="1599" b="true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gestorLogros.php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5639977" y="5203125"/>
            <a:ext cx="3254181" cy="865247"/>
            <a:chOff x="0" y="0"/>
            <a:chExt cx="743186" cy="19760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43186" cy="197604"/>
            </a:xfrm>
            <a:custGeom>
              <a:avLst/>
              <a:gdLst/>
              <a:ahLst/>
              <a:cxnLst/>
              <a:rect r="r" b="b" t="t" l="l"/>
              <a:pathLst>
                <a:path h="197604" w="743186">
                  <a:moveTo>
                    <a:pt x="83267" y="0"/>
                  </a:moveTo>
                  <a:lnTo>
                    <a:pt x="659919" y="0"/>
                  </a:lnTo>
                  <a:cubicBezTo>
                    <a:pt x="682002" y="0"/>
                    <a:pt x="703182" y="8773"/>
                    <a:pt x="718797" y="24388"/>
                  </a:cubicBezTo>
                  <a:cubicBezTo>
                    <a:pt x="734413" y="40004"/>
                    <a:pt x="743186" y="61184"/>
                    <a:pt x="743186" y="83267"/>
                  </a:cubicBezTo>
                  <a:lnTo>
                    <a:pt x="743186" y="114337"/>
                  </a:lnTo>
                  <a:cubicBezTo>
                    <a:pt x="743186" y="160324"/>
                    <a:pt x="705906" y="197604"/>
                    <a:pt x="659919" y="197604"/>
                  </a:cubicBezTo>
                  <a:lnTo>
                    <a:pt x="83267" y="197604"/>
                  </a:lnTo>
                  <a:cubicBezTo>
                    <a:pt x="37280" y="197604"/>
                    <a:pt x="0" y="160324"/>
                    <a:pt x="0" y="114337"/>
                  </a:cubicBezTo>
                  <a:lnTo>
                    <a:pt x="0" y="83267"/>
                  </a:lnTo>
                  <a:cubicBezTo>
                    <a:pt x="0" y="37280"/>
                    <a:pt x="37280" y="0"/>
                    <a:pt x="832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EF6BF">
                    <a:alpha val="70000"/>
                  </a:srgbClr>
                </a:gs>
                <a:gs pos="100000">
                  <a:srgbClr val="93DD91">
                    <a:alpha val="19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8" id="68"/>
            <p:cNvSpPr txBox="true"/>
            <p:nvPr/>
          </p:nvSpPr>
          <p:spPr>
            <a:xfrm>
              <a:off x="0" y="-28575"/>
              <a:ext cx="743186" cy="226179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239"/>
                </a:lnSpc>
              </a:pPr>
              <a:r>
                <a:rPr lang="en-US" sz="1599" b="true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gestorPartida.php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5642818" y="6300637"/>
            <a:ext cx="3254181" cy="865247"/>
            <a:chOff x="0" y="0"/>
            <a:chExt cx="743186" cy="19760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43186" cy="197604"/>
            </a:xfrm>
            <a:custGeom>
              <a:avLst/>
              <a:gdLst/>
              <a:ahLst/>
              <a:cxnLst/>
              <a:rect r="r" b="b" t="t" l="l"/>
              <a:pathLst>
                <a:path h="197604" w="743186">
                  <a:moveTo>
                    <a:pt x="83267" y="0"/>
                  </a:moveTo>
                  <a:lnTo>
                    <a:pt x="659919" y="0"/>
                  </a:lnTo>
                  <a:cubicBezTo>
                    <a:pt x="682002" y="0"/>
                    <a:pt x="703182" y="8773"/>
                    <a:pt x="718797" y="24388"/>
                  </a:cubicBezTo>
                  <a:cubicBezTo>
                    <a:pt x="734413" y="40004"/>
                    <a:pt x="743186" y="61184"/>
                    <a:pt x="743186" y="83267"/>
                  </a:cubicBezTo>
                  <a:lnTo>
                    <a:pt x="743186" y="114337"/>
                  </a:lnTo>
                  <a:cubicBezTo>
                    <a:pt x="743186" y="160324"/>
                    <a:pt x="705906" y="197604"/>
                    <a:pt x="659919" y="197604"/>
                  </a:cubicBezTo>
                  <a:lnTo>
                    <a:pt x="83267" y="197604"/>
                  </a:lnTo>
                  <a:cubicBezTo>
                    <a:pt x="37280" y="197604"/>
                    <a:pt x="0" y="160324"/>
                    <a:pt x="0" y="114337"/>
                  </a:cubicBezTo>
                  <a:lnTo>
                    <a:pt x="0" y="83267"/>
                  </a:lnTo>
                  <a:cubicBezTo>
                    <a:pt x="0" y="37280"/>
                    <a:pt x="37280" y="0"/>
                    <a:pt x="832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EF6BF">
                    <a:alpha val="70000"/>
                  </a:srgbClr>
                </a:gs>
                <a:gs pos="100000">
                  <a:srgbClr val="93DD91">
                    <a:alpha val="19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0" y="-28575"/>
              <a:ext cx="743186" cy="226179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239"/>
                </a:lnSpc>
              </a:pPr>
              <a:r>
                <a:rPr lang="en-US" sz="1599" b="true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gestorTienda.php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5642818" y="7398967"/>
            <a:ext cx="3254181" cy="865247"/>
            <a:chOff x="0" y="0"/>
            <a:chExt cx="743186" cy="19760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43186" cy="197604"/>
            </a:xfrm>
            <a:custGeom>
              <a:avLst/>
              <a:gdLst/>
              <a:ahLst/>
              <a:cxnLst/>
              <a:rect r="r" b="b" t="t" l="l"/>
              <a:pathLst>
                <a:path h="197604" w="743186">
                  <a:moveTo>
                    <a:pt x="83267" y="0"/>
                  </a:moveTo>
                  <a:lnTo>
                    <a:pt x="659919" y="0"/>
                  </a:lnTo>
                  <a:cubicBezTo>
                    <a:pt x="682002" y="0"/>
                    <a:pt x="703182" y="8773"/>
                    <a:pt x="718797" y="24388"/>
                  </a:cubicBezTo>
                  <a:cubicBezTo>
                    <a:pt x="734413" y="40004"/>
                    <a:pt x="743186" y="61184"/>
                    <a:pt x="743186" y="83267"/>
                  </a:cubicBezTo>
                  <a:lnTo>
                    <a:pt x="743186" y="114337"/>
                  </a:lnTo>
                  <a:cubicBezTo>
                    <a:pt x="743186" y="160324"/>
                    <a:pt x="705906" y="197604"/>
                    <a:pt x="659919" y="197604"/>
                  </a:cubicBezTo>
                  <a:lnTo>
                    <a:pt x="83267" y="197604"/>
                  </a:lnTo>
                  <a:cubicBezTo>
                    <a:pt x="37280" y="197604"/>
                    <a:pt x="0" y="160324"/>
                    <a:pt x="0" y="114337"/>
                  </a:cubicBezTo>
                  <a:lnTo>
                    <a:pt x="0" y="83267"/>
                  </a:lnTo>
                  <a:cubicBezTo>
                    <a:pt x="0" y="37280"/>
                    <a:pt x="37280" y="0"/>
                    <a:pt x="832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EF6BF">
                    <a:alpha val="70000"/>
                  </a:srgbClr>
                </a:gs>
                <a:gs pos="100000">
                  <a:srgbClr val="93DD91">
                    <a:alpha val="19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0" y="-28575"/>
              <a:ext cx="743186" cy="226179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239"/>
                </a:lnSpc>
              </a:pPr>
              <a:r>
                <a:rPr lang="en-US" sz="1599" b="true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motorJuego.php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23970" y="197109"/>
            <a:ext cx="2247941" cy="2214222"/>
          </a:xfrm>
          <a:custGeom>
            <a:avLst/>
            <a:gdLst/>
            <a:ahLst/>
            <a:cxnLst/>
            <a:rect r="r" b="b" t="t" l="l"/>
            <a:pathLst>
              <a:path h="2214222" w="2247941">
                <a:moveTo>
                  <a:pt x="0" y="0"/>
                </a:moveTo>
                <a:lnTo>
                  <a:pt x="2247940" y="0"/>
                </a:lnTo>
                <a:lnTo>
                  <a:pt x="2247940" y="2214222"/>
                </a:lnTo>
                <a:lnTo>
                  <a:pt x="0" y="22142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42883" y="956329"/>
            <a:ext cx="7359292" cy="867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4"/>
              </a:lnSpc>
            </a:pPr>
            <a:r>
              <a:rPr lang="en-US" sz="6832">
                <a:solidFill>
                  <a:srgbClr val="562606"/>
                </a:solidFill>
                <a:latin typeface="Binggo Wood"/>
                <a:ea typeface="Binggo Wood"/>
                <a:cs typeface="Binggo Wood"/>
                <a:sym typeface="Binggo Wood"/>
              </a:rPr>
              <a:t>Modelo MVC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830410" y="2505736"/>
            <a:ext cx="3520281" cy="803508"/>
            <a:chOff x="0" y="0"/>
            <a:chExt cx="865731" cy="1976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65731" cy="197604"/>
            </a:xfrm>
            <a:custGeom>
              <a:avLst/>
              <a:gdLst/>
              <a:ahLst/>
              <a:cxnLst/>
              <a:rect r="r" b="b" t="t" l="l"/>
              <a:pathLst>
                <a:path h="197604" w="865731">
                  <a:moveTo>
                    <a:pt x="76973" y="0"/>
                  </a:moveTo>
                  <a:lnTo>
                    <a:pt x="788758" y="0"/>
                  </a:lnTo>
                  <a:cubicBezTo>
                    <a:pt x="831269" y="0"/>
                    <a:pt x="865731" y="34462"/>
                    <a:pt x="865731" y="76973"/>
                  </a:cubicBezTo>
                  <a:lnTo>
                    <a:pt x="865731" y="120631"/>
                  </a:lnTo>
                  <a:cubicBezTo>
                    <a:pt x="865731" y="141046"/>
                    <a:pt x="857621" y="160624"/>
                    <a:pt x="843186" y="175059"/>
                  </a:cubicBezTo>
                  <a:cubicBezTo>
                    <a:pt x="828751" y="189495"/>
                    <a:pt x="809173" y="197604"/>
                    <a:pt x="788758" y="197604"/>
                  </a:cubicBezTo>
                  <a:lnTo>
                    <a:pt x="76973" y="197604"/>
                  </a:lnTo>
                  <a:cubicBezTo>
                    <a:pt x="34462" y="197604"/>
                    <a:pt x="0" y="163142"/>
                    <a:pt x="0" y="120631"/>
                  </a:cubicBezTo>
                  <a:lnTo>
                    <a:pt x="0" y="76973"/>
                  </a:lnTo>
                  <a:cubicBezTo>
                    <a:pt x="0" y="34462"/>
                    <a:pt x="34462" y="0"/>
                    <a:pt x="769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899">
                    <a:alpha val="91000"/>
                  </a:srgbClr>
                </a:gs>
                <a:gs pos="100000">
                  <a:srgbClr val="F1EBB0">
                    <a:alpha val="18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865731" cy="226179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239"/>
                </a:lnSpc>
              </a:pPr>
              <a:r>
                <a:rPr lang="en-US" sz="1599" b="true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controladorClics.php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830410" y="4450612"/>
            <a:ext cx="3520281" cy="803508"/>
            <a:chOff x="0" y="0"/>
            <a:chExt cx="865731" cy="1976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5731" cy="197604"/>
            </a:xfrm>
            <a:custGeom>
              <a:avLst/>
              <a:gdLst/>
              <a:ahLst/>
              <a:cxnLst/>
              <a:rect r="r" b="b" t="t" l="l"/>
              <a:pathLst>
                <a:path h="197604" w="865731">
                  <a:moveTo>
                    <a:pt x="76973" y="0"/>
                  </a:moveTo>
                  <a:lnTo>
                    <a:pt x="788758" y="0"/>
                  </a:lnTo>
                  <a:cubicBezTo>
                    <a:pt x="831269" y="0"/>
                    <a:pt x="865731" y="34462"/>
                    <a:pt x="865731" y="76973"/>
                  </a:cubicBezTo>
                  <a:lnTo>
                    <a:pt x="865731" y="120631"/>
                  </a:lnTo>
                  <a:cubicBezTo>
                    <a:pt x="865731" y="141046"/>
                    <a:pt x="857621" y="160624"/>
                    <a:pt x="843186" y="175059"/>
                  </a:cubicBezTo>
                  <a:cubicBezTo>
                    <a:pt x="828751" y="189495"/>
                    <a:pt x="809173" y="197604"/>
                    <a:pt x="788758" y="197604"/>
                  </a:cubicBezTo>
                  <a:lnTo>
                    <a:pt x="76973" y="197604"/>
                  </a:lnTo>
                  <a:cubicBezTo>
                    <a:pt x="34462" y="197604"/>
                    <a:pt x="0" y="163142"/>
                    <a:pt x="0" y="120631"/>
                  </a:cubicBezTo>
                  <a:lnTo>
                    <a:pt x="0" y="76973"/>
                  </a:lnTo>
                  <a:cubicBezTo>
                    <a:pt x="0" y="34462"/>
                    <a:pt x="34462" y="0"/>
                    <a:pt x="769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899">
                    <a:alpha val="91000"/>
                  </a:srgbClr>
                </a:gs>
                <a:gs pos="100000">
                  <a:srgbClr val="F1EBB0">
                    <a:alpha val="18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865731" cy="226179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239"/>
                </a:lnSpc>
              </a:pPr>
              <a:r>
                <a:rPr lang="en-US" sz="1599" b="true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controladorExportacion.php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830410" y="8386692"/>
            <a:ext cx="3520281" cy="803508"/>
            <a:chOff x="0" y="0"/>
            <a:chExt cx="865731" cy="1976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65731" cy="197604"/>
            </a:xfrm>
            <a:custGeom>
              <a:avLst/>
              <a:gdLst/>
              <a:ahLst/>
              <a:cxnLst/>
              <a:rect r="r" b="b" t="t" l="l"/>
              <a:pathLst>
                <a:path h="197604" w="865731">
                  <a:moveTo>
                    <a:pt x="76973" y="0"/>
                  </a:moveTo>
                  <a:lnTo>
                    <a:pt x="788758" y="0"/>
                  </a:lnTo>
                  <a:cubicBezTo>
                    <a:pt x="831269" y="0"/>
                    <a:pt x="865731" y="34462"/>
                    <a:pt x="865731" y="76973"/>
                  </a:cubicBezTo>
                  <a:lnTo>
                    <a:pt x="865731" y="120631"/>
                  </a:lnTo>
                  <a:cubicBezTo>
                    <a:pt x="865731" y="141046"/>
                    <a:pt x="857621" y="160624"/>
                    <a:pt x="843186" y="175059"/>
                  </a:cubicBezTo>
                  <a:cubicBezTo>
                    <a:pt x="828751" y="189495"/>
                    <a:pt x="809173" y="197604"/>
                    <a:pt x="788758" y="197604"/>
                  </a:cubicBezTo>
                  <a:lnTo>
                    <a:pt x="76973" y="197604"/>
                  </a:lnTo>
                  <a:cubicBezTo>
                    <a:pt x="34462" y="197604"/>
                    <a:pt x="0" y="163142"/>
                    <a:pt x="0" y="120631"/>
                  </a:cubicBezTo>
                  <a:lnTo>
                    <a:pt x="0" y="76973"/>
                  </a:lnTo>
                  <a:cubicBezTo>
                    <a:pt x="0" y="34462"/>
                    <a:pt x="34462" y="0"/>
                    <a:pt x="769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899">
                    <a:alpha val="91000"/>
                  </a:srgbClr>
                </a:gs>
                <a:gs pos="100000">
                  <a:srgbClr val="F1EBB0">
                    <a:alpha val="18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865731" cy="226179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239"/>
                </a:lnSpc>
              </a:pPr>
              <a:r>
                <a:rPr lang="en-US" sz="1599" b="true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controladorEstadísticas.php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79193" y="5425571"/>
            <a:ext cx="3520281" cy="803508"/>
            <a:chOff x="0" y="0"/>
            <a:chExt cx="865731" cy="19760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65731" cy="197604"/>
            </a:xfrm>
            <a:custGeom>
              <a:avLst/>
              <a:gdLst/>
              <a:ahLst/>
              <a:cxnLst/>
              <a:rect r="r" b="b" t="t" l="l"/>
              <a:pathLst>
                <a:path h="197604" w="865731">
                  <a:moveTo>
                    <a:pt x="76973" y="0"/>
                  </a:moveTo>
                  <a:lnTo>
                    <a:pt x="788758" y="0"/>
                  </a:lnTo>
                  <a:cubicBezTo>
                    <a:pt x="831269" y="0"/>
                    <a:pt x="865731" y="34462"/>
                    <a:pt x="865731" y="76973"/>
                  </a:cubicBezTo>
                  <a:lnTo>
                    <a:pt x="865731" y="120631"/>
                  </a:lnTo>
                  <a:cubicBezTo>
                    <a:pt x="865731" y="141046"/>
                    <a:pt x="857621" y="160624"/>
                    <a:pt x="843186" y="175059"/>
                  </a:cubicBezTo>
                  <a:cubicBezTo>
                    <a:pt x="828751" y="189495"/>
                    <a:pt x="809173" y="197604"/>
                    <a:pt x="788758" y="197604"/>
                  </a:cubicBezTo>
                  <a:lnTo>
                    <a:pt x="76973" y="197604"/>
                  </a:lnTo>
                  <a:cubicBezTo>
                    <a:pt x="34462" y="197604"/>
                    <a:pt x="0" y="163142"/>
                    <a:pt x="0" y="120631"/>
                  </a:cubicBezTo>
                  <a:lnTo>
                    <a:pt x="0" y="76973"/>
                  </a:lnTo>
                  <a:cubicBezTo>
                    <a:pt x="0" y="34462"/>
                    <a:pt x="34462" y="0"/>
                    <a:pt x="769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899">
                    <a:alpha val="91000"/>
                  </a:srgbClr>
                </a:gs>
                <a:gs pos="100000">
                  <a:srgbClr val="F1EBB0">
                    <a:alpha val="18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865731" cy="226179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239"/>
                </a:lnSpc>
              </a:pPr>
              <a:r>
                <a:rPr lang="en-US" sz="1599" b="true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controladorImportacion.php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830410" y="6421917"/>
            <a:ext cx="3520281" cy="803508"/>
            <a:chOff x="0" y="0"/>
            <a:chExt cx="865731" cy="19760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65731" cy="197604"/>
            </a:xfrm>
            <a:custGeom>
              <a:avLst/>
              <a:gdLst/>
              <a:ahLst/>
              <a:cxnLst/>
              <a:rect r="r" b="b" t="t" l="l"/>
              <a:pathLst>
                <a:path h="197604" w="865731">
                  <a:moveTo>
                    <a:pt x="76973" y="0"/>
                  </a:moveTo>
                  <a:lnTo>
                    <a:pt x="788758" y="0"/>
                  </a:lnTo>
                  <a:cubicBezTo>
                    <a:pt x="831269" y="0"/>
                    <a:pt x="865731" y="34462"/>
                    <a:pt x="865731" y="76973"/>
                  </a:cubicBezTo>
                  <a:lnTo>
                    <a:pt x="865731" y="120631"/>
                  </a:lnTo>
                  <a:cubicBezTo>
                    <a:pt x="865731" y="141046"/>
                    <a:pt x="857621" y="160624"/>
                    <a:pt x="843186" y="175059"/>
                  </a:cubicBezTo>
                  <a:cubicBezTo>
                    <a:pt x="828751" y="189495"/>
                    <a:pt x="809173" y="197604"/>
                    <a:pt x="788758" y="197604"/>
                  </a:cubicBezTo>
                  <a:lnTo>
                    <a:pt x="76973" y="197604"/>
                  </a:lnTo>
                  <a:cubicBezTo>
                    <a:pt x="34462" y="197604"/>
                    <a:pt x="0" y="163142"/>
                    <a:pt x="0" y="120631"/>
                  </a:cubicBezTo>
                  <a:lnTo>
                    <a:pt x="0" y="76973"/>
                  </a:lnTo>
                  <a:cubicBezTo>
                    <a:pt x="0" y="34462"/>
                    <a:pt x="34462" y="0"/>
                    <a:pt x="769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899">
                    <a:alpha val="91000"/>
                  </a:srgbClr>
                </a:gs>
                <a:gs pos="100000">
                  <a:srgbClr val="F1EBB0">
                    <a:alpha val="18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865731" cy="226179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239"/>
                </a:lnSpc>
              </a:pPr>
              <a:r>
                <a:rPr lang="en-US" sz="1599" b="true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controladorLimpieza.php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830410" y="7392683"/>
            <a:ext cx="3520281" cy="803508"/>
            <a:chOff x="0" y="0"/>
            <a:chExt cx="865731" cy="19760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65731" cy="197604"/>
            </a:xfrm>
            <a:custGeom>
              <a:avLst/>
              <a:gdLst/>
              <a:ahLst/>
              <a:cxnLst/>
              <a:rect r="r" b="b" t="t" l="l"/>
              <a:pathLst>
                <a:path h="197604" w="865731">
                  <a:moveTo>
                    <a:pt x="76973" y="0"/>
                  </a:moveTo>
                  <a:lnTo>
                    <a:pt x="788758" y="0"/>
                  </a:lnTo>
                  <a:cubicBezTo>
                    <a:pt x="831269" y="0"/>
                    <a:pt x="865731" y="34462"/>
                    <a:pt x="865731" y="76973"/>
                  </a:cubicBezTo>
                  <a:lnTo>
                    <a:pt x="865731" y="120631"/>
                  </a:lnTo>
                  <a:cubicBezTo>
                    <a:pt x="865731" y="141046"/>
                    <a:pt x="857621" y="160624"/>
                    <a:pt x="843186" y="175059"/>
                  </a:cubicBezTo>
                  <a:cubicBezTo>
                    <a:pt x="828751" y="189495"/>
                    <a:pt x="809173" y="197604"/>
                    <a:pt x="788758" y="197604"/>
                  </a:cubicBezTo>
                  <a:lnTo>
                    <a:pt x="76973" y="197604"/>
                  </a:lnTo>
                  <a:cubicBezTo>
                    <a:pt x="34462" y="197604"/>
                    <a:pt x="0" y="163142"/>
                    <a:pt x="0" y="120631"/>
                  </a:cubicBezTo>
                  <a:lnTo>
                    <a:pt x="0" y="76973"/>
                  </a:lnTo>
                  <a:cubicBezTo>
                    <a:pt x="0" y="34462"/>
                    <a:pt x="34462" y="0"/>
                    <a:pt x="769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899">
                    <a:alpha val="91000"/>
                  </a:srgbClr>
                </a:gs>
                <a:gs pos="100000">
                  <a:srgbClr val="F1EBB0">
                    <a:alpha val="18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865731" cy="226179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239"/>
                </a:lnSpc>
              </a:pPr>
              <a:r>
                <a:rPr lang="en-US" sz="1599" b="true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controladorReinicio.php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779193" y="3456604"/>
            <a:ext cx="3520281" cy="803508"/>
            <a:chOff x="0" y="0"/>
            <a:chExt cx="865731" cy="19760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65731" cy="197604"/>
            </a:xfrm>
            <a:custGeom>
              <a:avLst/>
              <a:gdLst/>
              <a:ahLst/>
              <a:cxnLst/>
              <a:rect r="r" b="b" t="t" l="l"/>
              <a:pathLst>
                <a:path h="197604" w="865731">
                  <a:moveTo>
                    <a:pt x="76973" y="0"/>
                  </a:moveTo>
                  <a:lnTo>
                    <a:pt x="788758" y="0"/>
                  </a:lnTo>
                  <a:cubicBezTo>
                    <a:pt x="831269" y="0"/>
                    <a:pt x="865731" y="34462"/>
                    <a:pt x="865731" y="76973"/>
                  </a:cubicBezTo>
                  <a:lnTo>
                    <a:pt x="865731" y="120631"/>
                  </a:lnTo>
                  <a:cubicBezTo>
                    <a:pt x="865731" y="141046"/>
                    <a:pt x="857621" y="160624"/>
                    <a:pt x="843186" y="175059"/>
                  </a:cubicBezTo>
                  <a:cubicBezTo>
                    <a:pt x="828751" y="189495"/>
                    <a:pt x="809173" y="197604"/>
                    <a:pt x="788758" y="197604"/>
                  </a:cubicBezTo>
                  <a:lnTo>
                    <a:pt x="76973" y="197604"/>
                  </a:lnTo>
                  <a:cubicBezTo>
                    <a:pt x="34462" y="197604"/>
                    <a:pt x="0" y="163142"/>
                    <a:pt x="0" y="120631"/>
                  </a:cubicBezTo>
                  <a:lnTo>
                    <a:pt x="0" y="76973"/>
                  </a:lnTo>
                  <a:cubicBezTo>
                    <a:pt x="0" y="34462"/>
                    <a:pt x="34462" y="0"/>
                    <a:pt x="7697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899">
                    <a:alpha val="91000"/>
                  </a:srgbClr>
                </a:gs>
                <a:gs pos="100000">
                  <a:srgbClr val="F1EBB0">
                    <a:alpha val="18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865731" cy="226179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960"/>
                </a:lnSpc>
              </a:pPr>
              <a:r>
                <a:rPr lang="en-US" sz="1400" b="true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controladorProduccionPasiva.php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055820" y="2396350"/>
            <a:ext cx="3125603" cy="831060"/>
            <a:chOff x="0" y="0"/>
            <a:chExt cx="743186" cy="19760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43186" cy="197604"/>
            </a:xfrm>
            <a:custGeom>
              <a:avLst/>
              <a:gdLst/>
              <a:ahLst/>
              <a:cxnLst/>
              <a:rect r="r" b="b" t="t" l="l"/>
              <a:pathLst>
                <a:path h="197604" w="743186">
                  <a:moveTo>
                    <a:pt x="86693" y="0"/>
                  </a:moveTo>
                  <a:lnTo>
                    <a:pt x="656493" y="0"/>
                  </a:lnTo>
                  <a:cubicBezTo>
                    <a:pt x="704372" y="0"/>
                    <a:pt x="743186" y="38814"/>
                    <a:pt x="743186" y="86693"/>
                  </a:cubicBezTo>
                  <a:lnTo>
                    <a:pt x="743186" y="110911"/>
                  </a:lnTo>
                  <a:cubicBezTo>
                    <a:pt x="743186" y="158791"/>
                    <a:pt x="704372" y="197604"/>
                    <a:pt x="656493" y="197604"/>
                  </a:cubicBezTo>
                  <a:lnTo>
                    <a:pt x="86693" y="197604"/>
                  </a:lnTo>
                  <a:cubicBezTo>
                    <a:pt x="38814" y="197604"/>
                    <a:pt x="0" y="158791"/>
                    <a:pt x="0" y="110911"/>
                  </a:cubicBezTo>
                  <a:lnTo>
                    <a:pt x="0" y="86693"/>
                  </a:lnTo>
                  <a:cubicBezTo>
                    <a:pt x="0" y="38814"/>
                    <a:pt x="38814" y="0"/>
                    <a:pt x="866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D59">
                    <a:alpha val="91000"/>
                  </a:srgbClr>
                </a:gs>
                <a:gs pos="100000">
                  <a:srgbClr val="FFB931">
                    <a:alpha val="19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743186" cy="235704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445"/>
                </a:lnSpc>
              </a:pPr>
              <a:r>
                <a:rPr lang="en-US" b="true" sz="1746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cerrar_sesion.php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055820" y="3402132"/>
            <a:ext cx="3125603" cy="831060"/>
            <a:chOff x="0" y="0"/>
            <a:chExt cx="743186" cy="19760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43186" cy="197604"/>
            </a:xfrm>
            <a:custGeom>
              <a:avLst/>
              <a:gdLst/>
              <a:ahLst/>
              <a:cxnLst/>
              <a:rect r="r" b="b" t="t" l="l"/>
              <a:pathLst>
                <a:path h="197604" w="743186">
                  <a:moveTo>
                    <a:pt x="86693" y="0"/>
                  </a:moveTo>
                  <a:lnTo>
                    <a:pt x="656493" y="0"/>
                  </a:lnTo>
                  <a:cubicBezTo>
                    <a:pt x="704372" y="0"/>
                    <a:pt x="743186" y="38814"/>
                    <a:pt x="743186" y="86693"/>
                  </a:cubicBezTo>
                  <a:lnTo>
                    <a:pt x="743186" y="110911"/>
                  </a:lnTo>
                  <a:cubicBezTo>
                    <a:pt x="743186" y="158791"/>
                    <a:pt x="704372" y="197604"/>
                    <a:pt x="656493" y="197604"/>
                  </a:cubicBezTo>
                  <a:lnTo>
                    <a:pt x="86693" y="197604"/>
                  </a:lnTo>
                  <a:cubicBezTo>
                    <a:pt x="38814" y="197604"/>
                    <a:pt x="0" y="158791"/>
                    <a:pt x="0" y="110911"/>
                  </a:cubicBezTo>
                  <a:lnTo>
                    <a:pt x="0" y="86693"/>
                  </a:lnTo>
                  <a:cubicBezTo>
                    <a:pt x="0" y="38814"/>
                    <a:pt x="38814" y="0"/>
                    <a:pt x="866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D59">
                    <a:alpha val="91000"/>
                  </a:srgbClr>
                </a:gs>
                <a:gs pos="100000">
                  <a:srgbClr val="FFB931">
                    <a:alpha val="19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743186" cy="235704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445"/>
                </a:lnSpc>
              </a:pPr>
              <a:r>
                <a:rPr lang="en-US" b="true" sz="1746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db.php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055820" y="4407915"/>
            <a:ext cx="3125603" cy="831060"/>
            <a:chOff x="0" y="0"/>
            <a:chExt cx="743186" cy="19760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43186" cy="197604"/>
            </a:xfrm>
            <a:custGeom>
              <a:avLst/>
              <a:gdLst/>
              <a:ahLst/>
              <a:cxnLst/>
              <a:rect r="r" b="b" t="t" l="l"/>
              <a:pathLst>
                <a:path h="197604" w="743186">
                  <a:moveTo>
                    <a:pt x="86693" y="0"/>
                  </a:moveTo>
                  <a:lnTo>
                    <a:pt x="656493" y="0"/>
                  </a:lnTo>
                  <a:cubicBezTo>
                    <a:pt x="704372" y="0"/>
                    <a:pt x="743186" y="38814"/>
                    <a:pt x="743186" y="86693"/>
                  </a:cubicBezTo>
                  <a:lnTo>
                    <a:pt x="743186" y="110911"/>
                  </a:lnTo>
                  <a:cubicBezTo>
                    <a:pt x="743186" y="158791"/>
                    <a:pt x="704372" y="197604"/>
                    <a:pt x="656493" y="197604"/>
                  </a:cubicBezTo>
                  <a:lnTo>
                    <a:pt x="86693" y="197604"/>
                  </a:lnTo>
                  <a:cubicBezTo>
                    <a:pt x="38814" y="197604"/>
                    <a:pt x="0" y="158791"/>
                    <a:pt x="0" y="110911"/>
                  </a:cubicBezTo>
                  <a:lnTo>
                    <a:pt x="0" y="86693"/>
                  </a:lnTo>
                  <a:cubicBezTo>
                    <a:pt x="0" y="38814"/>
                    <a:pt x="38814" y="0"/>
                    <a:pt x="866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D59">
                    <a:alpha val="91000"/>
                  </a:srgbClr>
                </a:gs>
                <a:gs pos="100000">
                  <a:srgbClr val="FFB931">
                    <a:alpha val="19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743186" cy="235704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445"/>
                </a:lnSpc>
              </a:pPr>
              <a:r>
                <a:rPr lang="en-US" b="true" sz="1746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index.php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055820" y="5413697"/>
            <a:ext cx="3125603" cy="831060"/>
            <a:chOff x="0" y="0"/>
            <a:chExt cx="743186" cy="19760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43186" cy="197604"/>
            </a:xfrm>
            <a:custGeom>
              <a:avLst/>
              <a:gdLst/>
              <a:ahLst/>
              <a:cxnLst/>
              <a:rect r="r" b="b" t="t" l="l"/>
              <a:pathLst>
                <a:path h="197604" w="743186">
                  <a:moveTo>
                    <a:pt x="86693" y="0"/>
                  </a:moveTo>
                  <a:lnTo>
                    <a:pt x="656493" y="0"/>
                  </a:lnTo>
                  <a:cubicBezTo>
                    <a:pt x="704372" y="0"/>
                    <a:pt x="743186" y="38814"/>
                    <a:pt x="743186" y="86693"/>
                  </a:cubicBezTo>
                  <a:lnTo>
                    <a:pt x="743186" y="110911"/>
                  </a:lnTo>
                  <a:cubicBezTo>
                    <a:pt x="743186" y="158791"/>
                    <a:pt x="704372" y="197604"/>
                    <a:pt x="656493" y="197604"/>
                  </a:cubicBezTo>
                  <a:lnTo>
                    <a:pt x="86693" y="197604"/>
                  </a:lnTo>
                  <a:cubicBezTo>
                    <a:pt x="38814" y="197604"/>
                    <a:pt x="0" y="158791"/>
                    <a:pt x="0" y="110911"/>
                  </a:cubicBezTo>
                  <a:lnTo>
                    <a:pt x="0" y="86693"/>
                  </a:lnTo>
                  <a:cubicBezTo>
                    <a:pt x="0" y="38814"/>
                    <a:pt x="38814" y="0"/>
                    <a:pt x="866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D59">
                    <a:alpha val="91000"/>
                  </a:srgbClr>
                </a:gs>
                <a:gs pos="100000">
                  <a:srgbClr val="FFB931">
                    <a:alpha val="19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743186" cy="235704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445"/>
                </a:lnSpc>
              </a:pPr>
              <a:r>
                <a:rPr lang="en-US" b="true" sz="1746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iniciar_sesion.php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055820" y="7425262"/>
            <a:ext cx="3125603" cy="831060"/>
            <a:chOff x="0" y="0"/>
            <a:chExt cx="743186" cy="19760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43186" cy="197604"/>
            </a:xfrm>
            <a:custGeom>
              <a:avLst/>
              <a:gdLst/>
              <a:ahLst/>
              <a:cxnLst/>
              <a:rect r="r" b="b" t="t" l="l"/>
              <a:pathLst>
                <a:path h="197604" w="743186">
                  <a:moveTo>
                    <a:pt x="86693" y="0"/>
                  </a:moveTo>
                  <a:lnTo>
                    <a:pt x="656493" y="0"/>
                  </a:lnTo>
                  <a:cubicBezTo>
                    <a:pt x="704372" y="0"/>
                    <a:pt x="743186" y="38814"/>
                    <a:pt x="743186" y="86693"/>
                  </a:cubicBezTo>
                  <a:lnTo>
                    <a:pt x="743186" y="110911"/>
                  </a:lnTo>
                  <a:cubicBezTo>
                    <a:pt x="743186" y="158791"/>
                    <a:pt x="704372" y="197604"/>
                    <a:pt x="656493" y="197604"/>
                  </a:cubicBezTo>
                  <a:lnTo>
                    <a:pt x="86693" y="197604"/>
                  </a:lnTo>
                  <a:cubicBezTo>
                    <a:pt x="38814" y="197604"/>
                    <a:pt x="0" y="158791"/>
                    <a:pt x="0" y="110911"/>
                  </a:cubicBezTo>
                  <a:lnTo>
                    <a:pt x="0" y="86693"/>
                  </a:lnTo>
                  <a:cubicBezTo>
                    <a:pt x="0" y="38814"/>
                    <a:pt x="38814" y="0"/>
                    <a:pt x="866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D59">
                    <a:alpha val="91000"/>
                  </a:srgbClr>
                </a:gs>
                <a:gs pos="100000">
                  <a:srgbClr val="FFB931">
                    <a:alpha val="19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743186" cy="235704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445"/>
                </a:lnSpc>
              </a:pPr>
              <a:r>
                <a:rPr lang="en-US" b="true" sz="1746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tienda.php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078904" y="6418270"/>
            <a:ext cx="3125603" cy="831060"/>
            <a:chOff x="0" y="0"/>
            <a:chExt cx="743186" cy="19760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43186" cy="197604"/>
            </a:xfrm>
            <a:custGeom>
              <a:avLst/>
              <a:gdLst/>
              <a:ahLst/>
              <a:cxnLst/>
              <a:rect r="r" b="b" t="t" l="l"/>
              <a:pathLst>
                <a:path h="197604" w="743186">
                  <a:moveTo>
                    <a:pt x="86693" y="0"/>
                  </a:moveTo>
                  <a:lnTo>
                    <a:pt x="656493" y="0"/>
                  </a:lnTo>
                  <a:cubicBezTo>
                    <a:pt x="704372" y="0"/>
                    <a:pt x="743186" y="38814"/>
                    <a:pt x="743186" y="86693"/>
                  </a:cubicBezTo>
                  <a:lnTo>
                    <a:pt x="743186" y="110911"/>
                  </a:lnTo>
                  <a:cubicBezTo>
                    <a:pt x="743186" y="158791"/>
                    <a:pt x="704372" y="197604"/>
                    <a:pt x="656493" y="197604"/>
                  </a:cubicBezTo>
                  <a:lnTo>
                    <a:pt x="86693" y="197604"/>
                  </a:lnTo>
                  <a:cubicBezTo>
                    <a:pt x="38814" y="197604"/>
                    <a:pt x="0" y="158791"/>
                    <a:pt x="0" y="110911"/>
                  </a:cubicBezTo>
                  <a:lnTo>
                    <a:pt x="0" y="86693"/>
                  </a:lnTo>
                  <a:cubicBezTo>
                    <a:pt x="0" y="38814"/>
                    <a:pt x="38814" y="0"/>
                    <a:pt x="866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D59">
                    <a:alpha val="91000"/>
                  </a:srgbClr>
                </a:gs>
                <a:gs pos="100000">
                  <a:srgbClr val="FFB931">
                    <a:alpha val="19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743186" cy="235704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445"/>
                </a:lnSpc>
              </a:pPr>
              <a:r>
                <a:rPr lang="en-US" b="true" sz="1746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registro.php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078904" y="8427240"/>
            <a:ext cx="3125603" cy="831060"/>
            <a:chOff x="0" y="0"/>
            <a:chExt cx="743186" cy="19760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43186" cy="197604"/>
            </a:xfrm>
            <a:custGeom>
              <a:avLst/>
              <a:gdLst/>
              <a:ahLst/>
              <a:cxnLst/>
              <a:rect r="r" b="b" t="t" l="l"/>
              <a:pathLst>
                <a:path h="197604" w="743186">
                  <a:moveTo>
                    <a:pt x="86693" y="0"/>
                  </a:moveTo>
                  <a:lnTo>
                    <a:pt x="656493" y="0"/>
                  </a:lnTo>
                  <a:cubicBezTo>
                    <a:pt x="704372" y="0"/>
                    <a:pt x="743186" y="38814"/>
                    <a:pt x="743186" y="86693"/>
                  </a:cubicBezTo>
                  <a:lnTo>
                    <a:pt x="743186" y="110911"/>
                  </a:lnTo>
                  <a:cubicBezTo>
                    <a:pt x="743186" y="158791"/>
                    <a:pt x="704372" y="197604"/>
                    <a:pt x="656493" y="197604"/>
                  </a:cubicBezTo>
                  <a:lnTo>
                    <a:pt x="86693" y="197604"/>
                  </a:lnTo>
                  <a:cubicBezTo>
                    <a:pt x="38814" y="197604"/>
                    <a:pt x="0" y="158791"/>
                    <a:pt x="0" y="110911"/>
                  </a:cubicBezTo>
                  <a:lnTo>
                    <a:pt x="0" y="86693"/>
                  </a:lnTo>
                  <a:cubicBezTo>
                    <a:pt x="0" y="38814"/>
                    <a:pt x="38814" y="0"/>
                    <a:pt x="866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D59">
                    <a:alpha val="91000"/>
                  </a:srgbClr>
                </a:gs>
                <a:gs pos="100000">
                  <a:srgbClr val="FFB931">
                    <a:alpha val="19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743186" cy="235704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445"/>
                </a:lnSpc>
              </a:pPr>
              <a:r>
                <a:rPr lang="en-US" b="true" sz="1746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verificar_sesion.php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5905500" y="5124094"/>
            <a:ext cx="1714500" cy="703231"/>
            <a:chOff x="0" y="0"/>
            <a:chExt cx="2286000" cy="93764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286000" cy="937641"/>
            </a:xfrm>
            <a:custGeom>
              <a:avLst/>
              <a:gdLst/>
              <a:ahLst/>
              <a:cxnLst/>
              <a:rect r="r" b="b" t="t" l="l"/>
              <a:pathLst>
                <a:path h="937641" w="2286000">
                  <a:moveTo>
                    <a:pt x="71120" y="0"/>
                  </a:moveTo>
                  <a:lnTo>
                    <a:pt x="2214880" y="0"/>
                  </a:lnTo>
                  <a:cubicBezTo>
                    <a:pt x="2233742" y="0"/>
                    <a:pt x="2251832" y="9879"/>
                    <a:pt x="2265169" y="27463"/>
                  </a:cubicBezTo>
                  <a:cubicBezTo>
                    <a:pt x="2278507" y="45047"/>
                    <a:pt x="2286000" y="68896"/>
                    <a:pt x="2286000" y="93764"/>
                  </a:cubicBezTo>
                  <a:lnTo>
                    <a:pt x="2286000" y="843877"/>
                  </a:lnTo>
                  <a:cubicBezTo>
                    <a:pt x="2286000" y="868745"/>
                    <a:pt x="2278507" y="892594"/>
                    <a:pt x="2265169" y="910178"/>
                  </a:cubicBezTo>
                  <a:cubicBezTo>
                    <a:pt x="2251832" y="927762"/>
                    <a:pt x="2233742" y="937641"/>
                    <a:pt x="2214880" y="937641"/>
                  </a:cubicBezTo>
                  <a:lnTo>
                    <a:pt x="71120" y="937641"/>
                  </a:lnTo>
                  <a:cubicBezTo>
                    <a:pt x="31842" y="937641"/>
                    <a:pt x="0" y="895661"/>
                    <a:pt x="0" y="843877"/>
                  </a:cubicBezTo>
                  <a:lnTo>
                    <a:pt x="0" y="93764"/>
                  </a:lnTo>
                  <a:cubicBezTo>
                    <a:pt x="0" y="41980"/>
                    <a:pt x="31842" y="0"/>
                    <a:pt x="7112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899">
                    <a:alpha val="100000"/>
                  </a:srgbClr>
                </a:gs>
                <a:gs pos="100000">
                  <a:srgbClr val="F1EBB0">
                    <a:alpha val="100000"/>
                  </a:srgbClr>
                </a:gs>
              </a:gsLst>
              <a:lin ang="16200000"/>
            </a:gradFill>
            <a:ln w="19050" cap="sq">
              <a:solidFill>
                <a:srgbClr val="562606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2286000" cy="9662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 strike="noStrike" u="none">
                  <a:solidFill>
                    <a:srgbClr val="56260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Controladores</a:t>
              </a:r>
            </a:p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b="true" sz="1599" strike="noStrike" u="none">
                  <a:solidFill>
                    <a:srgbClr val="56260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AJAX/API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572500" y="4877555"/>
            <a:ext cx="1905000" cy="933450"/>
            <a:chOff x="0" y="0"/>
            <a:chExt cx="2540000" cy="12446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540000" cy="1244600"/>
            </a:xfrm>
            <a:custGeom>
              <a:avLst/>
              <a:gdLst/>
              <a:ahLst/>
              <a:cxnLst/>
              <a:rect r="r" b="b" t="t" l="l"/>
              <a:pathLst>
                <a:path h="1244600" w="2540000">
                  <a:moveTo>
                    <a:pt x="124460" y="0"/>
                  </a:moveTo>
                  <a:lnTo>
                    <a:pt x="2415540" y="0"/>
                  </a:lnTo>
                  <a:cubicBezTo>
                    <a:pt x="2448549" y="0"/>
                    <a:pt x="2480206" y="13113"/>
                    <a:pt x="2503546" y="36453"/>
                  </a:cubicBezTo>
                  <a:cubicBezTo>
                    <a:pt x="2526887" y="59794"/>
                    <a:pt x="2540000" y="91451"/>
                    <a:pt x="2540000" y="124460"/>
                  </a:cubicBezTo>
                  <a:lnTo>
                    <a:pt x="2540000" y="1120140"/>
                  </a:lnTo>
                  <a:cubicBezTo>
                    <a:pt x="2540000" y="1153149"/>
                    <a:pt x="2526887" y="1184806"/>
                    <a:pt x="2503547" y="1208147"/>
                  </a:cubicBezTo>
                  <a:cubicBezTo>
                    <a:pt x="2480206" y="1231487"/>
                    <a:pt x="2448549" y="1244600"/>
                    <a:pt x="2415540" y="1244600"/>
                  </a:cubicBezTo>
                  <a:lnTo>
                    <a:pt x="124460" y="1244600"/>
                  </a:lnTo>
                  <a:cubicBezTo>
                    <a:pt x="91451" y="1244600"/>
                    <a:pt x="59794" y="1231487"/>
                    <a:pt x="36453" y="1208147"/>
                  </a:cubicBezTo>
                  <a:cubicBezTo>
                    <a:pt x="13113" y="1184806"/>
                    <a:pt x="0" y="1153149"/>
                    <a:pt x="0" y="1120140"/>
                  </a:cubicBezTo>
                  <a:lnTo>
                    <a:pt x="0" y="124460"/>
                  </a:lnTo>
                  <a:cubicBezTo>
                    <a:pt x="0" y="55723"/>
                    <a:pt x="55723" y="0"/>
                    <a:pt x="1244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BD59">
                    <a:alpha val="100000"/>
                  </a:srgbClr>
                </a:gs>
                <a:gs pos="100000">
                  <a:srgbClr val="FFB931">
                    <a:alpha val="100000"/>
                  </a:srgbClr>
                </a:gs>
              </a:gsLst>
              <a:lin ang="16200000"/>
            </a:gradFill>
            <a:ln w="19050" cap="sq">
              <a:solidFill>
                <a:srgbClr val="562606"/>
              </a:solidFill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2540000" cy="1273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39"/>
                </a:lnSpc>
                <a:spcBef>
                  <a:spcPct val="0"/>
                </a:spcBef>
              </a:pPr>
              <a:r>
                <a:rPr lang="en-US" sz="1599">
                  <a:solidFill>
                    <a:srgbClr val="56260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Actúan como controladores</a:t>
              </a:r>
            </a:p>
          </p:txBody>
        </p:sp>
      </p:grpSp>
      <p:sp>
        <p:nvSpPr>
          <p:cNvPr name="AutoShape 52" id="52"/>
          <p:cNvSpPr/>
          <p:nvPr/>
        </p:nvSpPr>
        <p:spPr>
          <a:xfrm flipV="true">
            <a:off x="10477500" y="2819400"/>
            <a:ext cx="2581275" cy="2686050"/>
          </a:xfrm>
          <a:prstGeom prst="line">
            <a:avLst/>
          </a:prstGeom>
          <a:ln cap="rnd" w="19050">
            <a:solidFill>
              <a:srgbClr val="56260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3" id="53"/>
          <p:cNvSpPr/>
          <p:nvPr/>
        </p:nvSpPr>
        <p:spPr>
          <a:xfrm flipV="true">
            <a:off x="10477500" y="3819525"/>
            <a:ext cx="2581275" cy="1685925"/>
          </a:xfrm>
          <a:prstGeom prst="line">
            <a:avLst/>
          </a:prstGeom>
          <a:ln cap="rnd" w="19050">
            <a:solidFill>
              <a:srgbClr val="56260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4" id="54"/>
          <p:cNvSpPr/>
          <p:nvPr/>
        </p:nvSpPr>
        <p:spPr>
          <a:xfrm flipV="true">
            <a:off x="10477500" y="4829175"/>
            <a:ext cx="2581275" cy="676275"/>
          </a:xfrm>
          <a:prstGeom prst="line">
            <a:avLst/>
          </a:prstGeom>
          <a:ln cap="rnd" w="19050">
            <a:solidFill>
              <a:srgbClr val="56260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5" id="55"/>
          <p:cNvSpPr/>
          <p:nvPr/>
        </p:nvSpPr>
        <p:spPr>
          <a:xfrm>
            <a:off x="10477500" y="5505450"/>
            <a:ext cx="2581275" cy="323850"/>
          </a:xfrm>
          <a:prstGeom prst="line">
            <a:avLst/>
          </a:prstGeom>
          <a:ln cap="rnd" w="19050">
            <a:solidFill>
              <a:srgbClr val="56260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6" id="56"/>
          <p:cNvSpPr/>
          <p:nvPr/>
        </p:nvSpPr>
        <p:spPr>
          <a:xfrm>
            <a:off x="10477500" y="5505450"/>
            <a:ext cx="2581275" cy="2343150"/>
          </a:xfrm>
          <a:prstGeom prst="line">
            <a:avLst/>
          </a:prstGeom>
          <a:ln cap="rnd" w="19050">
            <a:solidFill>
              <a:srgbClr val="56260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7" id="57"/>
          <p:cNvSpPr/>
          <p:nvPr/>
        </p:nvSpPr>
        <p:spPr>
          <a:xfrm>
            <a:off x="10477500" y="5505450"/>
            <a:ext cx="2600325" cy="1333500"/>
          </a:xfrm>
          <a:prstGeom prst="line">
            <a:avLst/>
          </a:prstGeom>
          <a:ln cap="rnd" w="19050">
            <a:solidFill>
              <a:srgbClr val="56260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8" id="58"/>
          <p:cNvSpPr/>
          <p:nvPr/>
        </p:nvSpPr>
        <p:spPr>
          <a:xfrm>
            <a:off x="10477500" y="5505450"/>
            <a:ext cx="2600325" cy="3343275"/>
          </a:xfrm>
          <a:prstGeom prst="line">
            <a:avLst/>
          </a:prstGeom>
          <a:ln cap="rnd" w="19050">
            <a:solidFill>
              <a:srgbClr val="56260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9" id="59"/>
          <p:cNvSpPr/>
          <p:nvPr/>
        </p:nvSpPr>
        <p:spPr>
          <a:xfrm>
            <a:off x="5353050" y="2905125"/>
            <a:ext cx="552450" cy="2571750"/>
          </a:xfrm>
          <a:prstGeom prst="line">
            <a:avLst/>
          </a:prstGeom>
          <a:ln cap="rnd" w="19050">
            <a:solidFill>
              <a:srgbClr val="56260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0" id="60"/>
          <p:cNvSpPr/>
          <p:nvPr/>
        </p:nvSpPr>
        <p:spPr>
          <a:xfrm>
            <a:off x="5305425" y="3857625"/>
            <a:ext cx="600075" cy="1619250"/>
          </a:xfrm>
          <a:prstGeom prst="line">
            <a:avLst/>
          </a:prstGeom>
          <a:ln cap="rnd" w="19050">
            <a:solidFill>
              <a:srgbClr val="56260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1" id="61"/>
          <p:cNvSpPr/>
          <p:nvPr/>
        </p:nvSpPr>
        <p:spPr>
          <a:xfrm>
            <a:off x="5353050" y="4848225"/>
            <a:ext cx="552450" cy="628650"/>
          </a:xfrm>
          <a:prstGeom prst="line">
            <a:avLst/>
          </a:prstGeom>
          <a:ln cap="rnd" w="19050">
            <a:solidFill>
              <a:srgbClr val="56260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2" id="62"/>
          <p:cNvSpPr/>
          <p:nvPr/>
        </p:nvSpPr>
        <p:spPr>
          <a:xfrm flipV="true">
            <a:off x="5305425" y="5476875"/>
            <a:ext cx="600075" cy="352425"/>
          </a:xfrm>
          <a:prstGeom prst="line">
            <a:avLst/>
          </a:prstGeom>
          <a:ln cap="rnd" w="19050">
            <a:solidFill>
              <a:srgbClr val="56260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3" id="63"/>
          <p:cNvSpPr/>
          <p:nvPr/>
        </p:nvSpPr>
        <p:spPr>
          <a:xfrm flipV="true">
            <a:off x="5353050" y="5476875"/>
            <a:ext cx="552450" cy="1343025"/>
          </a:xfrm>
          <a:prstGeom prst="line">
            <a:avLst/>
          </a:prstGeom>
          <a:ln cap="rnd" w="19050">
            <a:solidFill>
              <a:srgbClr val="56260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4" id="64"/>
          <p:cNvSpPr/>
          <p:nvPr/>
        </p:nvSpPr>
        <p:spPr>
          <a:xfrm flipV="true">
            <a:off x="5353050" y="5476875"/>
            <a:ext cx="552450" cy="2314575"/>
          </a:xfrm>
          <a:prstGeom prst="line">
            <a:avLst/>
          </a:prstGeom>
          <a:ln cap="rnd" w="19050">
            <a:solidFill>
              <a:srgbClr val="56260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5" id="65"/>
          <p:cNvSpPr/>
          <p:nvPr/>
        </p:nvSpPr>
        <p:spPr>
          <a:xfrm flipV="true">
            <a:off x="5353050" y="5476875"/>
            <a:ext cx="552450" cy="3305175"/>
          </a:xfrm>
          <a:prstGeom prst="line">
            <a:avLst/>
          </a:prstGeom>
          <a:ln cap="rnd" w="19050">
            <a:solidFill>
              <a:srgbClr val="562606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23970" y="197109"/>
            <a:ext cx="2247941" cy="2214222"/>
          </a:xfrm>
          <a:custGeom>
            <a:avLst/>
            <a:gdLst/>
            <a:ahLst/>
            <a:cxnLst/>
            <a:rect r="r" b="b" t="t" l="l"/>
            <a:pathLst>
              <a:path h="2214222" w="2247941">
                <a:moveTo>
                  <a:pt x="0" y="0"/>
                </a:moveTo>
                <a:lnTo>
                  <a:pt x="2247940" y="0"/>
                </a:lnTo>
                <a:lnTo>
                  <a:pt x="2247940" y="2214222"/>
                </a:lnTo>
                <a:lnTo>
                  <a:pt x="0" y="22142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78602" y="956329"/>
            <a:ext cx="7359292" cy="867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4"/>
              </a:lnSpc>
            </a:pPr>
            <a:r>
              <a:rPr lang="en-US" sz="6832">
                <a:solidFill>
                  <a:srgbClr val="562606"/>
                </a:solidFill>
                <a:latin typeface="Binggo Wood"/>
                <a:ea typeface="Binggo Wood"/>
                <a:cs typeface="Binggo Wood"/>
                <a:sym typeface="Binggo Wood"/>
              </a:rPr>
              <a:t>Modelo MVC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803433" y="3804537"/>
            <a:ext cx="3375169" cy="897417"/>
            <a:chOff x="0" y="0"/>
            <a:chExt cx="743186" cy="1976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3186" cy="197604"/>
            </a:xfrm>
            <a:custGeom>
              <a:avLst/>
              <a:gdLst/>
              <a:ahLst/>
              <a:cxnLst/>
              <a:rect r="r" b="b" t="t" l="l"/>
              <a:pathLst>
                <a:path h="197604" w="743186">
                  <a:moveTo>
                    <a:pt x="80283" y="0"/>
                  </a:moveTo>
                  <a:lnTo>
                    <a:pt x="662903" y="0"/>
                  </a:lnTo>
                  <a:cubicBezTo>
                    <a:pt x="684196" y="0"/>
                    <a:pt x="704616" y="8458"/>
                    <a:pt x="719672" y="23514"/>
                  </a:cubicBezTo>
                  <a:cubicBezTo>
                    <a:pt x="734728" y="38570"/>
                    <a:pt x="743186" y="58990"/>
                    <a:pt x="743186" y="80283"/>
                  </a:cubicBezTo>
                  <a:lnTo>
                    <a:pt x="743186" y="117322"/>
                  </a:lnTo>
                  <a:cubicBezTo>
                    <a:pt x="743186" y="161660"/>
                    <a:pt x="707242" y="197604"/>
                    <a:pt x="662903" y="197604"/>
                  </a:cubicBezTo>
                  <a:lnTo>
                    <a:pt x="80283" y="197604"/>
                  </a:lnTo>
                  <a:cubicBezTo>
                    <a:pt x="35944" y="197604"/>
                    <a:pt x="0" y="161660"/>
                    <a:pt x="0" y="117322"/>
                  </a:cubicBezTo>
                  <a:lnTo>
                    <a:pt x="0" y="80283"/>
                  </a:lnTo>
                  <a:cubicBezTo>
                    <a:pt x="0" y="35944"/>
                    <a:pt x="35944" y="0"/>
                    <a:pt x="8028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ADFF">
                    <a:alpha val="91000"/>
                  </a:srgbClr>
                </a:gs>
                <a:gs pos="100000">
                  <a:srgbClr val="DEB5FA">
                    <a:alpha val="19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743186" cy="235704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165"/>
                </a:lnSpc>
              </a:pPr>
              <a:r>
                <a:rPr lang="en-US" b="true" sz="1546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home.view.php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803433" y="4890626"/>
            <a:ext cx="3375169" cy="897417"/>
            <a:chOff x="0" y="0"/>
            <a:chExt cx="743186" cy="1976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3186" cy="197604"/>
            </a:xfrm>
            <a:custGeom>
              <a:avLst/>
              <a:gdLst/>
              <a:ahLst/>
              <a:cxnLst/>
              <a:rect r="r" b="b" t="t" l="l"/>
              <a:pathLst>
                <a:path h="197604" w="743186">
                  <a:moveTo>
                    <a:pt x="80283" y="0"/>
                  </a:moveTo>
                  <a:lnTo>
                    <a:pt x="662903" y="0"/>
                  </a:lnTo>
                  <a:cubicBezTo>
                    <a:pt x="684196" y="0"/>
                    <a:pt x="704616" y="8458"/>
                    <a:pt x="719672" y="23514"/>
                  </a:cubicBezTo>
                  <a:cubicBezTo>
                    <a:pt x="734728" y="38570"/>
                    <a:pt x="743186" y="58990"/>
                    <a:pt x="743186" y="80283"/>
                  </a:cubicBezTo>
                  <a:lnTo>
                    <a:pt x="743186" y="117322"/>
                  </a:lnTo>
                  <a:cubicBezTo>
                    <a:pt x="743186" y="161660"/>
                    <a:pt x="707242" y="197604"/>
                    <a:pt x="662903" y="197604"/>
                  </a:cubicBezTo>
                  <a:lnTo>
                    <a:pt x="80283" y="197604"/>
                  </a:lnTo>
                  <a:cubicBezTo>
                    <a:pt x="35944" y="197604"/>
                    <a:pt x="0" y="161660"/>
                    <a:pt x="0" y="117322"/>
                  </a:cubicBezTo>
                  <a:lnTo>
                    <a:pt x="0" y="80283"/>
                  </a:lnTo>
                  <a:cubicBezTo>
                    <a:pt x="0" y="35944"/>
                    <a:pt x="35944" y="0"/>
                    <a:pt x="8028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ADFF">
                    <a:alpha val="91000"/>
                  </a:srgbClr>
                </a:gs>
                <a:gs pos="100000">
                  <a:srgbClr val="DEB5FA">
                    <a:alpha val="19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43186" cy="235704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165"/>
                </a:lnSpc>
              </a:pPr>
              <a:r>
                <a:rPr lang="en-US" b="true" sz="1546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iniciar_sesion.view.php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803433" y="5976716"/>
            <a:ext cx="3375169" cy="897417"/>
            <a:chOff x="0" y="0"/>
            <a:chExt cx="743186" cy="1976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43186" cy="197604"/>
            </a:xfrm>
            <a:custGeom>
              <a:avLst/>
              <a:gdLst/>
              <a:ahLst/>
              <a:cxnLst/>
              <a:rect r="r" b="b" t="t" l="l"/>
              <a:pathLst>
                <a:path h="197604" w="743186">
                  <a:moveTo>
                    <a:pt x="80283" y="0"/>
                  </a:moveTo>
                  <a:lnTo>
                    <a:pt x="662903" y="0"/>
                  </a:lnTo>
                  <a:cubicBezTo>
                    <a:pt x="684196" y="0"/>
                    <a:pt x="704616" y="8458"/>
                    <a:pt x="719672" y="23514"/>
                  </a:cubicBezTo>
                  <a:cubicBezTo>
                    <a:pt x="734728" y="38570"/>
                    <a:pt x="743186" y="58990"/>
                    <a:pt x="743186" y="80283"/>
                  </a:cubicBezTo>
                  <a:lnTo>
                    <a:pt x="743186" y="117322"/>
                  </a:lnTo>
                  <a:cubicBezTo>
                    <a:pt x="743186" y="161660"/>
                    <a:pt x="707242" y="197604"/>
                    <a:pt x="662903" y="197604"/>
                  </a:cubicBezTo>
                  <a:lnTo>
                    <a:pt x="80283" y="197604"/>
                  </a:lnTo>
                  <a:cubicBezTo>
                    <a:pt x="35944" y="197604"/>
                    <a:pt x="0" y="161660"/>
                    <a:pt x="0" y="117322"/>
                  </a:cubicBezTo>
                  <a:lnTo>
                    <a:pt x="0" y="80283"/>
                  </a:lnTo>
                  <a:cubicBezTo>
                    <a:pt x="0" y="35944"/>
                    <a:pt x="35944" y="0"/>
                    <a:pt x="8028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ADFF">
                    <a:alpha val="91000"/>
                  </a:srgbClr>
                </a:gs>
                <a:gs pos="100000">
                  <a:srgbClr val="DEB5FA">
                    <a:alpha val="19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43186" cy="235704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165"/>
                </a:lnSpc>
              </a:pPr>
              <a:r>
                <a:rPr lang="en-US" b="true" sz="1546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registro.view.php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803433" y="7062806"/>
            <a:ext cx="3375169" cy="897417"/>
            <a:chOff x="0" y="0"/>
            <a:chExt cx="743186" cy="19760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43186" cy="197604"/>
            </a:xfrm>
            <a:custGeom>
              <a:avLst/>
              <a:gdLst/>
              <a:ahLst/>
              <a:cxnLst/>
              <a:rect r="r" b="b" t="t" l="l"/>
              <a:pathLst>
                <a:path h="197604" w="743186">
                  <a:moveTo>
                    <a:pt x="80283" y="0"/>
                  </a:moveTo>
                  <a:lnTo>
                    <a:pt x="662903" y="0"/>
                  </a:lnTo>
                  <a:cubicBezTo>
                    <a:pt x="684196" y="0"/>
                    <a:pt x="704616" y="8458"/>
                    <a:pt x="719672" y="23514"/>
                  </a:cubicBezTo>
                  <a:cubicBezTo>
                    <a:pt x="734728" y="38570"/>
                    <a:pt x="743186" y="58990"/>
                    <a:pt x="743186" y="80283"/>
                  </a:cubicBezTo>
                  <a:lnTo>
                    <a:pt x="743186" y="117322"/>
                  </a:lnTo>
                  <a:cubicBezTo>
                    <a:pt x="743186" y="161660"/>
                    <a:pt x="707242" y="197604"/>
                    <a:pt x="662903" y="197604"/>
                  </a:cubicBezTo>
                  <a:lnTo>
                    <a:pt x="80283" y="197604"/>
                  </a:lnTo>
                  <a:cubicBezTo>
                    <a:pt x="35944" y="197604"/>
                    <a:pt x="0" y="161660"/>
                    <a:pt x="0" y="117322"/>
                  </a:cubicBezTo>
                  <a:lnTo>
                    <a:pt x="0" y="80283"/>
                  </a:lnTo>
                  <a:cubicBezTo>
                    <a:pt x="0" y="35944"/>
                    <a:pt x="35944" y="0"/>
                    <a:pt x="8028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ADFF">
                    <a:alpha val="91000"/>
                  </a:srgbClr>
                </a:gs>
                <a:gs pos="100000">
                  <a:srgbClr val="DEB5FA">
                    <a:alpha val="19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743186" cy="235704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165"/>
                </a:lnSpc>
              </a:pPr>
              <a:r>
                <a:rPr lang="en-US" b="true" sz="1546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tienda.view.php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198696" y="3371913"/>
            <a:ext cx="3254181" cy="865247"/>
            <a:chOff x="0" y="0"/>
            <a:chExt cx="743186" cy="19760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3186" cy="197604"/>
            </a:xfrm>
            <a:custGeom>
              <a:avLst/>
              <a:gdLst/>
              <a:ahLst/>
              <a:cxnLst/>
              <a:rect r="r" b="b" t="t" l="l"/>
              <a:pathLst>
                <a:path h="197604" w="743186">
                  <a:moveTo>
                    <a:pt x="83267" y="0"/>
                  </a:moveTo>
                  <a:lnTo>
                    <a:pt x="659919" y="0"/>
                  </a:lnTo>
                  <a:cubicBezTo>
                    <a:pt x="682002" y="0"/>
                    <a:pt x="703182" y="8773"/>
                    <a:pt x="718797" y="24388"/>
                  </a:cubicBezTo>
                  <a:cubicBezTo>
                    <a:pt x="734413" y="40004"/>
                    <a:pt x="743186" y="61184"/>
                    <a:pt x="743186" y="83267"/>
                  </a:cubicBezTo>
                  <a:lnTo>
                    <a:pt x="743186" y="114337"/>
                  </a:lnTo>
                  <a:cubicBezTo>
                    <a:pt x="743186" y="160324"/>
                    <a:pt x="705906" y="197604"/>
                    <a:pt x="659919" y="197604"/>
                  </a:cubicBezTo>
                  <a:lnTo>
                    <a:pt x="83267" y="197604"/>
                  </a:lnTo>
                  <a:cubicBezTo>
                    <a:pt x="37280" y="197604"/>
                    <a:pt x="0" y="160324"/>
                    <a:pt x="0" y="114337"/>
                  </a:cubicBezTo>
                  <a:lnTo>
                    <a:pt x="0" y="83267"/>
                  </a:lnTo>
                  <a:cubicBezTo>
                    <a:pt x="0" y="37280"/>
                    <a:pt x="37280" y="0"/>
                    <a:pt x="832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EF6BF">
                    <a:alpha val="70000"/>
                  </a:srgbClr>
                </a:gs>
                <a:gs pos="100000">
                  <a:srgbClr val="93DD91">
                    <a:alpha val="19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743186" cy="226179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239"/>
                </a:lnSpc>
              </a:pPr>
              <a:r>
                <a:rPr lang="en-US" sz="1599" b="true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gestorAutenticacion.php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201537" y="4469425"/>
            <a:ext cx="3254181" cy="865247"/>
            <a:chOff x="0" y="0"/>
            <a:chExt cx="743186" cy="19760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43186" cy="197604"/>
            </a:xfrm>
            <a:custGeom>
              <a:avLst/>
              <a:gdLst/>
              <a:ahLst/>
              <a:cxnLst/>
              <a:rect r="r" b="b" t="t" l="l"/>
              <a:pathLst>
                <a:path h="197604" w="743186">
                  <a:moveTo>
                    <a:pt x="83267" y="0"/>
                  </a:moveTo>
                  <a:lnTo>
                    <a:pt x="659919" y="0"/>
                  </a:lnTo>
                  <a:cubicBezTo>
                    <a:pt x="682002" y="0"/>
                    <a:pt x="703182" y="8773"/>
                    <a:pt x="718797" y="24388"/>
                  </a:cubicBezTo>
                  <a:cubicBezTo>
                    <a:pt x="734413" y="40004"/>
                    <a:pt x="743186" y="61184"/>
                    <a:pt x="743186" y="83267"/>
                  </a:cubicBezTo>
                  <a:lnTo>
                    <a:pt x="743186" y="114337"/>
                  </a:lnTo>
                  <a:cubicBezTo>
                    <a:pt x="743186" y="160324"/>
                    <a:pt x="705906" y="197604"/>
                    <a:pt x="659919" y="197604"/>
                  </a:cubicBezTo>
                  <a:lnTo>
                    <a:pt x="83267" y="197604"/>
                  </a:lnTo>
                  <a:cubicBezTo>
                    <a:pt x="37280" y="197604"/>
                    <a:pt x="0" y="160324"/>
                    <a:pt x="0" y="114337"/>
                  </a:cubicBezTo>
                  <a:lnTo>
                    <a:pt x="0" y="83267"/>
                  </a:lnTo>
                  <a:cubicBezTo>
                    <a:pt x="0" y="37280"/>
                    <a:pt x="37280" y="0"/>
                    <a:pt x="832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EF6BF">
                    <a:alpha val="70000"/>
                  </a:srgbClr>
                </a:gs>
                <a:gs pos="100000">
                  <a:srgbClr val="93DD91">
                    <a:alpha val="19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743186" cy="226179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239"/>
                </a:lnSpc>
              </a:pPr>
              <a:r>
                <a:rPr lang="en-US" sz="1599" b="true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gestorLogros.php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219889" y="5567755"/>
            <a:ext cx="3254181" cy="865247"/>
            <a:chOff x="0" y="0"/>
            <a:chExt cx="743186" cy="19760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3186" cy="197604"/>
            </a:xfrm>
            <a:custGeom>
              <a:avLst/>
              <a:gdLst/>
              <a:ahLst/>
              <a:cxnLst/>
              <a:rect r="r" b="b" t="t" l="l"/>
              <a:pathLst>
                <a:path h="197604" w="743186">
                  <a:moveTo>
                    <a:pt x="83267" y="0"/>
                  </a:moveTo>
                  <a:lnTo>
                    <a:pt x="659919" y="0"/>
                  </a:lnTo>
                  <a:cubicBezTo>
                    <a:pt x="682002" y="0"/>
                    <a:pt x="703182" y="8773"/>
                    <a:pt x="718797" y="24388"/>
                  </a:cubicBezTo>
                  <a:cubicBezTo>
                    <a:pt x="734413" y="40004"/>
                    <a:pt x="743186" y="61184"/>
                    <a:pt x="743186" y="83267"/>
                  </a:cubicBezTo>
                  <a:lnTo>
                    <a:pt x="743186" y="114337"/>
                  </a:lnTo>
                  <a:cubicBezTo>
                    <a:pt x="743186" y="160324"/>
                    <a:pt x="705906" y="197604"/>
                    <a:pt x="659919" y="197604"/>
                  </a:cubicBezTo>
                  <a:lnTo>
                    <a:pt x="83267" y="197604"/>
                  </a:lnTo>
                  <a:cubicBezTo>
                    <a:pt x="37280" y="197604"/>
                    <a:pt x="0" y="160324"/>
                    <a:pt x="0" y="114337"/>
                  </a:cubicBezTo>
                  <a:lnTo>
                    <a:pt x="0" y="83267"/>
                  </a:lnTo>
                  <a:cubicBezTo>
                    <a:pt x="0" y="37280"/>
                    <a:pt x="37280" y="0"/>
                    <a:pt x="832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EF6BF">
                    <a:alpha val="70000"/>
                  </a:srgbClr>
                </a:gs>
                <a:gs pos="100000">
                  <a:srgbClr val="93DD91">
                    <a:alpha val="19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743186" cy="226179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239"/>
                </a:lnSpc>
              </a:pPr>
              <a:r>
                <a:rPr lang="en-US" sz="1599" b="true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gestorPartida.php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222730" y="6665267"/>
            <a:ext cx="3254181" cy="865247"/>
            <a:chOff x="0" y="0"/>
            <a:chExt cx="743186" cy="19760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43186" cy="197604"/>
            </a:xfrm>
            <a:custGeom>
              <a:avLst/>
              <a:gdLst/>
              <a:ahLst/>
              <a:cxnLst/>
              <a:rect r="r" b="b" t="t" l="l"/>
              <a:pathLst>
                <a:path h="197604" w="743186">
                  <a:moveTo>
                    <a:pt x="83267" y="0"/>
                  </a:moveTo>
                  <a:lnTo>
                    <a:pt x="659919" y="0"/>
                  </a:lnTo>
                  <a:cubicBezTo>
                    <a:pt x="682002" y="0"/>
                    <a:pt x="703182" y="8773"/>
                    <a:pt x="718797" y="24388"/>
                  </a:cubicBezTo>
                  <a:cubicBezTo>
                    <a:pt x="734413" y="40004"/>
                    <a:pt x="743186" y="61184"/>
                    <a:pt x="743186" y="83267"/>
                  </a:cubicBezTo>
                  <a:lnTo>
                    <a:pt x="743186" y="114337"/>
                  </a:lnTo>
                  <a:cubicBezTo>
                    <a:pt x="743186" y="160324"/>
                    <a:pt x="705906" y="197604"/>
                    <a:pt x="659919" y="197604"/>
                  </a:cubicBezTo>
                  <a:lnTo>
                    <a:pt x="83267" y="197604"/>
                  </a:lnTo>
                  <a:cubicBezTo>
                    <a:pt x="37280" y="197604"/>
                    <a:pt x="0" y="160324"/>
                    <a:pt x="0" y="114337"/>
                  </a:cubicBezTo>
                  <a:lnTo>
                    <a:pt x="0" y="83267"/>
                  </a:lnTo>
                  <a:cubicBezTo>
                    <a:pt x="0" y="37280"/>
                    <a:pt x="37280" y="0"/>
                    <a:pt x="832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EF6BF">
                    <a:alpha val="70000"/>
                  </a:srgbClr>
                </a:gs>
                <a:gs pos="100000">
                  <a:srgbClr val="93DD91">
                    <a:alpha val="19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743186" cy="226179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239"/>
                </a:lnSpc>
              </a:pPr>
              <a:r>
                <a:rPr lang="en-US" sz="1599" b="true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gestorTienda.php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222730" y="7763597"/>
            <a:ext cx="3254181" cy="865247"/>
            <a:chOff x="0" y="0"/>
            <a:chExt cx="743186" cy="19760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43186" cy="197604"/>
            </a:xfrm>
            <a:custGeom>
              <a:avLst/>
              <a:gdLst/>
              <a:ahLst/>
              <a:cxnLst/>
              <a:rect r="r" b="b" t="t" l="l"/>
              <a:pathLst>
                <a:path h="197604" w="743186">
                  <a:moveTo>
                    <a:pt x="83267" y="0"/>
                  </a:moveTo>
                  <a:lnTo>
                    <a:pt x="659919" y="0"/>
                  </a:lnTo>
                  <a:cubicBezTo>
                    <a:pt x="682002" y="0"/>
                    <a:pt x="703182" y="8773"/>
                    <a:pt x="718797" y="24388"/>
                  </a:cubicBezTo>
                  <a:cubicBezTo>
                    <a:pt x="734413" y="40004"/>
                    <a:pt x="743186" y="61184"/>
                    <a:pt x="743186" y="83267"/>
                  </a:cubicBezTo>
                  <a:lnTo>
                    <a:pt x="743186" y="114337"/>
                  </a:lnTo>
                  <a:cubicBezTo>
                    <a:pt x="743186" y="160324"/>
                    <a:pt x="705906" y="197604"/>
                    <a:pt x="659919" y="197604"/>
                  </a:cubicBezTo>
                  <a:lnTo>
                    <a:pt x="83267" y="197604"/>
                  </a:lnTo>
                  <a:cubicBezTo>
                    <a:pt x="37280" y="197604"/>
                    <a:pt x="0" y="160324"/>
                    <a:pt x="0" y="114337"/>
                  </a:cubicBezTo>
                  <a:lnTo>
                    <a:pt x="0" y="83267"/>
                  </a:lnTo>
                  <a:cubicBezTo>
                    <a:pt x="0" y="37280"/>
                    <a:pt x="37280" y="0"/>
                    <a:pt x="832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EF6BF">
                    <a:alpha val="70000"/>
                  </a:srgbClr>
                </a:gs>
                <a:gs pos="100000">
                  <a:srgbClr val="93DD91">
                    <a:alpha val="19000"/>
                  </a:srgbClr>
                </a:gs>
              </a:gsLst>
              <a:path path="circle">
                <a:fillToRect l="50000" r="50000" t="50000" b="50000"/>
              </a:path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743186" cy="226179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2239"/>
                </a:lnSpc>
              </a:pPr>
              <a:r>
                <a:rPr lang="en-US" sz="1599" b="true">
                  <a:solidFill>
                    <a:srgbClr val="562606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motorJuego.php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>
            <a:off x="12001500" y="5600700"/>
            <a:ext cx="1219200" cy="2590800"/>
          </a:xfrm>
          <a:prstGeom prst="line">
            <a:avLst/>
          </a:prstGeom>
          <a:ln cap="rnd" w="19050">
            <a:solidFill>
              <a:srgbClr val="56260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2" id="32"/>
          <p:cNvSpPr/>
          <p:nvPr/>
        </p:nvSpPr>
        <p:spPr>
          <a:xfrm>
            <a:off x="12001500" y="5600700"/>
            <a:ext cx="1219200" cy="1495425"/>
          </a:xfrm>
          <a:prstGeom prst="line">
            <a:avLst/>
          </a:prstGeom>
          <a:ln cap="rnd" w="19050">
            <a:solidFill>
              <a:srgbClr val="56260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3" id="33"/>
          <p:cNvSpPr/>
          <p:nvPr/>
        </p:nvSpPr>
        <p:spPr>
          <a:xfrm>
            <a:off x="12001500" y="5600700"/>
            <a:ext cx="1219200" cy="400050"/>
          </a:xfrm>
          <a:prstGeom prst="line">
            <a:avLst/>
          </a:prstGeom>
          <a:ln cap="rnd" w="19050">
            <a:solidFill>
              <a:srgbClr val="56260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4" id="34"/>
          <p:cNvSpPr/>
          <p:nvPr/>
        </p:nvSpPr>
        <p:spPr>
          <a:xfrm flipV="true">
            <a:off x="12001500" y="4895850"/>
            <a:ext cx="1200150" cy="704850"/>
          </a:xfrm>
          <a:prstGeom prst="line">
            <a:avLst/>
          </a:prstGeom>
          <a:ln cap="rnd" w="19050">
            <a:solidFill>
              <a:srgbClr val="56260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5" id="35"/>
          <p:cNvSpPr/>
          <p:nvPr/>
        </p:nvSpPr>
        <p:spPr>
          <a:xfrm flipV="true">
            <a:off x="12001500" y="3800475"/>
            <a:ext cx="1200150" cy="1800225"/>
          </a:xfrm>
          <a:prstGeom prst="line">
            <a:avLst/>
          </a:prstGeom>
          <a:ln cap="rnd" w="19050">
            <a:solidFill>
              <a:srgbClr val="56260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6" id="36"/>
          <p:cNvGrpSpPr/>
          <p:nvPr/>
        </p:nvGrpSpPr>
        <p:grpSpPr>
          <a:xfrm rot="0">
            <a:off x="8709407" y="4902049"/>
            <a:ext cx="3292093" cy="1412411"/>
            <a:chOff x="0" y="0"/>
            <a:chExt cx="4389457" cy="188321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389457" cy="1883215"/>
            </a:xfrm>
            <a:custGeom>
              <a:avLst/>
              <a:gdLst/>
              <a:ahLst/>
              <a:cxnLst/>
              <a:rect r="r" b="b" t="t" l="l"/>
              <a:pathLst>
                <a:path h="1883215" w="4389457">
                  <a:moveTo>
                    <a:pt x="153631" y="0"/>
                  </a:moveTo>
                  <a:lnTo>
                    <a:pt x="4235826" y="0"/>
                  </a:lnTo>
                  <a:cubicBezTo>
                    <a:pt x="4276572" y="0"/>
                    <a:pt x="4315648" y="19841"/>
                    <a:pt x="4344460" y="55158"/>
                  </a:cubicBezTo>
                  <a:cubicBezTo>
                    <a:pt x="4373271" y="90475"/>
                    <a:pt x="4389457" y="138375"/>
                    <a:pt x="4389457" y="188321"/>
                  </a:cubicBezTo>
                  <a:lnTo>
                    <a:pt x="4389457" y="1694893"/>
                  </a:lnTo>
                  <a:cubicBezTo>
                    <a:pt x="4389457" y="1744839"/>
                    <a:pt x="4373271" y="1792740"/>
                    <a:pt x="4344460" y="1828057"/>
                  </a:cubicBezTo>
                  <a:cubicBezTo>
                    <a:pt x="4315648" y="1863374"/>
                    <a:pt x="4276572" y="1883215"/>
                    <a:pt x="4235826" y="1883215"/>
                  </a:cubicBezTo>
                  <a:lnTo>
                    <a:pt x="153631" y="1883215"/>
                  </a:lnTo>
                  <a:cubicBezTo>
                    <a:pt x="68783" y="1883215"/>
                    <a:pt x="0" y="1798900"/>
                    <a:pt x="0" y="1694893"/>
                  </a:cubicBezTo>
                  <a:lnTo>
                    <a:pt x="0" y="188321"/>
                  </a:lnTo>
                  <a:cubicBezTo>
                    <a:pt x="0" y="84314"/>
                    <a:pt x="68783" y="0"/>
                    <a:pt x="1536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EF6BF">
                    <a:alpha val="100000"/>
                  </a:srgbClr>
                </a:gs>
                <a:gs pos="100000">
                  <a:srgbClr val="93DD91">
                    <a:alpha val="100000"/>
                  </a:srgbClr>
                </a:gs>
              </a:gsLst>
              <a:lin ang="16200000"/>
            </a:gradFill>
            <a:ln w="19050" cap="sq">
              <a:solidFill>
                <a:srgbClr val="562606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4389457" cy="1921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56260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Modelos</a:t>
              </a:r>
            </a:p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 strike="noStrike" u="none">
                  <a:solidFill>
                    <a:srgbClr val="56260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Acceso a datos</a:t>
              </a:r>
            </a:p>
            <a:p>
              <a:pPr algn="l" marL="388620" indent="-194310" lvl="1">
                <a:lnSpc>
                  <a:spcPts val="2520"/>
                </a:lnSpc>
                <a:buFont typeface="Arial"/>
                <a:buChar char="•"/>
              </a:pPr>
              <a:r>
                <a:rPr lang="en-US" sz="1800" strike="noStrike" u="none">
                  <a:solidFill>
                    <a:srgbClr val="56260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Fórmulas amtemáticas</a:t>
              </a:r>
            </a:p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39" id="39"/>
          <p:cNvSpPr/>
          <p:nvPr/>
        </p:nvSpPr>
        <p:spPr>
          <a:xfrm flipV="true">
            <a:off x="5181600" y="5600700"/>
            <a:ext cx="723900" cy="1914525"/>
          </a:xfrm>
          <a:prstGeom prst="line">
            <a:avLst/>
          </a:prstGeom>
          <a:ln cap="rnd" w="19050">
            <a:solidFill>
              <a:srgbClr val="56260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0" id="40"/>
          <p:cNvSpPr/>
          <p:nvPr/>
        </p:nvSpPr>
        <p:spPr>
          <a:xfrm flipV="true">
            <a:off x="5181600" y="5600700"/>
            <a:ext cx="723900" cy="819150"/>
          </a:xfrm>
          <a:prstGeom prst="line">
            <a:avLst/>
          </a:prstGeom>
          <a:ln cap="rnd" w="19050">
            <a:solidFill>
              <a:srgbClr val="56260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1" id="41"/>
          <p:cNvSpPr/>
          <p:nvPr/>
        </p:nvSpPr>
        <p:spPr>
          <a:xfrm>
            <a:off x="5181600" y="5334000"/>
            <a:ext cx="723900" cy="266700"/>
          </a:xfrm>
          <a:prstGeom prst="line">
            <a:avLst/>
          </a:prstGeom>
          <a:ln cap="rnd" w="19050">
            <a:solidFill>
              <a:srgbClr val="56260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2" id="42"/>
          <p:cNvSpPr/>
          <p:nvPr/>
        </p:nvSpPr>
        <p:spPr>
          <a:xfrm>
            <a:off x="5181600" y="4248150"/>
            <a:ext cx="723900" cy="1352550"/>
          </a:xfrm>
          <a:prstGeom prst="line">
            <a:avLst/>
          </a:prstGeom>
          <a:ln cap="rnd" w="19050">
            <a:solidFill>
              <a:srgbClr val="56260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3" id="43"/>
          <p:cNvGrpSpPr/>
          <p:nvPr/>
        </p:nvGrpSpPr>
        <p:grpSpPr>
          <a:xfrm rot="0">
            <a:off x="5780483" y="5301055"/>
            <a:ext cx="1524000" cy="533400"/>
            <a:chOff x="0" y="0"/>
            <a:chExt cx="2032000" cy="711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32000" cy="711200"/>
            </a:xfrm>
            <a:custGeom>
              <a:avLst/>
              <a:gdLst/>
              <a:ahLst/>
              <a:cxnLst/>
              <a:rect r="r" b="b" t="t" l="l"/>
              <a:pathLst>
                <a:path h="711200" w="2032000">
                  <a:moveTo>
                    <a:pt x="71120" y="0"/>
                  </a:moveTo>
                  <a:lnTo>
                    <a:pt x="1960880" y="0"/>
                  </a:lnTo>
                  <a:cubicBezTo>
                    <a:pt x="1979742" y="0"/>
                    <a:pt x="1997832" y="7493"/>
                    <a:pt x="2011169" y="20831"/>
                  </a:cubicBezTo>
                  <a:cubicBezTo>
                    <a:pt x="2024507" y="34168"/>
                    <a:pt x="2032000" y="52258"/>
                    <a:pt x="2032000" y="71120"/>
                  </a:cubicBezTo>
                  <a:lnTo>
                    <a:pt x="2032000" y="640080"/>
                  </a:lnTo>
                  <a:cubicBezTo>
                    <a:pt x="2032000" y="658942"/>
                    <a:pt x="2024507" y="677032"/>
                    <a:pt x="2011169" y="690369"/>
                  </a:cubicBezTo>
                  <a:cubicBezTo>
                    <a:pt x="1997832" y="703707"/>
                    <a:pt x="1979742" y="711200"/>
                    <a:pt x="1960880" y="711200"/>
                  </a:cubicBezTo>
                  <a:lnTo>
                    <a:pt x="71120" y="711200"/>
                  </a:lnTo>
                  <a:cubicBezTo>
                    <a:pt x="31842" y="711200"/>
                    <a:pt x="0" y="679358"/>
                    <a:pt x="0" y="640080"/>
                  </a:cubicBezTo>
                  <a:lnTo>
                    <a:pt x="0" y="71120"/>
                  </a:lnTo>
                  <a:cubicBezTo>
                    <a:pt x="0" y="31842"/>
                    <a:pt x="31842" y="0"/>
                    <a:pt x="7112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CADFF">
                    <a:alpha val="100000"/>
                  </a:srgbClr>
                </a:gs>
                <a:gs pos="100000">
                  <a:srgbClr val="DEB5FA">
                    <a:alpha val="100000"/>
                  </a:srgbClr>
                </a:gs>
              </a:gsLst>
              <a:lin ang="16200000"/>
            </a:gradFill>
            <a:ln w="19050" cap="sq">
              <a:solidFill>
                <a:srgbClr val="562606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0320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56260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Vistas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164030" y="-412364"/>
            <a:ext cx="2247941" cy="2214222"/>
          </a:xfrm>
          <a:custGeom>
            <a:avLst/>
            <a:gdLst/>
            <a:ahLst/>
            <a:cxnLst/>
            <a:rect r="r" b="b" t="t" l="l"/>
            <a:pathLst>
              <a:path h="2214222" w="2247941">
                <a:moveTo>
                  <a:pt x="0" y="0"/>
                </a:moveTo>
                <a:lnTo>
                  <a:pt x="2247940" y="0"/>
                </a:lnTo>
                <a:lnTo>
                  <a:pt x="2247940" y="2214222"/>
                </a:lnTo>
                <a:lnTo>
                  <a:pt x="0" y="22142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3019" y="931637"/>
            <a:ext cx="16121962" cy="8423725"/>
          </a:xfrm>
          <a:custGeom>
            <a:avLst/>
            <a:gdLst/>
            <a:ahLst/>
            <a:cxnLst/>
            <a:rect r="r" b="b" t="t" l="l"/>
            <a:pathLst>
              <a:path h="8423725" w="16121962">
                <a:moveTo>
                  <a:pt x="0" y="0"/>
                </a:moveTo>
                <a:lnTo>
                  <a:pt x="16121962" y="0"/>
                </a:lnTo>
                <a:lnTo>
                  <a:pt x="16121962" y="8423726"/>
                </a:lnTo>
                <a:lnTo>
                  <a:pt x="0" y="84237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096770" y="8869680"/>
            <a:ext cx="7315200" cy="2834640"/>
          </a:xfrm>
          <a:custGeom>
            <a:avLst/>
            <a:gdLst/>
            <a:ahLst/>
            <a:cxnLst/>
            <a:rect r="r" b="b" t="t" l="l"/>
            <a:pathLst>
              <a:path h="2834640" w="7315200">
                <a:moveTo>
                  <a:pt x="0" y="0"/>
                </a:moveTo>
                <a:lnTo>
                  <a:pt x="7315200" y="0"/>
                </a:lnTo>
                <a:lnTo>
                  <a:pt x="7315200" y="2834640"/>
                </a:lnTo>
                <a:lnTo>
                  <a:pt x="0" y="28346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4924447" y="8736298"/>
            <a:ext cx="7315200" cy="2834640"/>
          </a:xfrm>
          <a:custGeom>
            <a:avLst/>
            <a:gdLst/>
            <a:ahLst/>
            <a:cxnLst/>
            <a:rect r="r" b="b" t="t" l="l"/>
            <a:pathLst>
              <a:path h="2834640" w="7315200">
                <a:moveTo>
                  <a:pt x="7315200" y="0"/>
                </a:moveTo>
                <a:lnTo>
                  <a:pt x="0" y="0"/>
                </a:lnTo>
                <a:lnTo>
                  <a:pt x="0" y="2834640"/>
                </a:lnTo>
                <a:lnTo>
                  <a:pt x="7315200" y="2834640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390753" y="8869680"/>
            <a:ext cx="7315200" cy="2834640"/>
          </a:xfrm>
          <a:custGeom>
            <a:avLst/>
            <a:gdLst/>
            <a:ahLst/>
            <a:cxnLst/>
            <a:rect r="r" b="b" t="t" l="l"/>
            <a:pathLst>
              <a:path h="2834640" w="7315200">
                <a:moveTo>
                  <a:pt x="0" y="0"/>
                </a:moveTo>
                <a:lnTo>
                  <a:pt x="7315200" y="0"/>
                </a:lnTo>
                <a:lnTo>
                  <a:pt x="7315200" y="2834640"/>
                </a:lnTo>
                <a:lnTo>
                  <a:pt x="0" y="28346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09395" y="7840980"/>
            <a:ext cx="7315200" cy="2834640"/>
          </a:xfrm>
          <a:custGeom>
            <a:avLst/>
            <a:gdLst/>
            <a:ahLst/>
            <a:cxnLst/>
            <a:rect r="r" b="b" t="t" l="l"/>
            <a:pathLst>
              <a:path h="2834640" w="7315200">
                <a:moveTo>
                  <a:pt x="0" y="0"/>
                </a:moveTo>
                <a:lnTo>
                  <a:pt x="7315200" y="0"/>
                </a:lnTo>
                <a:lnTo>
                  <a:pt x="7315200" y="2834640"/>
                </a:lnTo>
                <a:lnTo>
                  <a:pt x="0" y="2834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5094195" y="7840980"/>
            <a:ext cx="7315200" cy="2834640"/>
          </a:xfrm>
          <a:custGeom>
            <a:avLst/>
            <a:gdLst/>
            <a:ahLst/>
            <a:cxnLst/>
            <a:rect r="r" b="b" t="t" l="l"/>
            <a:pathLst>
              <a:path h="2834640" w="7315200">
                <a:moveTo>
                  <a:pt x="7315200" y="0"/>
                </a:moveTo>
                <a:lnTo>
                  <a:pt x="0" y="0"/>
                </a:lnTo>
                <a:lnTo>
                  <a:pt x="0" y="2834640"/>
                </a:lnTo>
                <a:lnTo>
                  <a:pt x="7315200" y="2834640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221005" y="7840980"/>
            <a:ext cx="7315200" cy="2834640"/>
          </a:xfrm>
          <a:custGeom>
            <a:avLst/>
            <a:gdLst/>
            <a:ahLst/>
            <a:cxnLst/>
            <a:rect r="r" b="b" t="t" l="l"/>
            <a:pathLst>
              <a:path h="2834640" w="7315200">
                <a:moveTo>
                  <a:pt x="0" y="0"/>
                </a:moveTo>
                <a:lnTo>
                  <a:pt x="7315200" y="0"/>
                </a:lnTo>
                <a:lnTo>
                  <a:pt x="7315200" y="2834640"/>
                </a:lnTo>
                <a:lnTo>
                  <a:pt x="0" y="28346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85171" y="1557586"/>
            <a:ext cx="9068407" cy="4307494"/>
          </a:xfrm>
          <a:custGeom>
            <a:avLst/>
            <a:gdLst/>
            <a:ahLst/>
            <a:cxnLst/>
            <a:rect r="r" b="b" t="t" l="l"/>
            <a:pathLst>
              <a:path h="4307494" w="9068407">
                <a:moveTo>
                  <a:pt x="0" y="0"/>
                </a:moveTo>
                <a:lnTo>
                  <a:pt x="9068407" y="0"/>
                </a:lnTo>
                <a:lnTo>
                  <a:pt x="9068407" y="4307494"/>
                </a:lnTo>
                <a:lnTo>
                  <a:pt x="0" y="43074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24493" y="561794"/>
            <a:ext cx="2311178" cy="2343400"/>
          </a:xfrm>
          <a:custGeom>
            <a:avLst/>
            <a:gdLst/>
            <a:ahLst/>
            <a:cxnLst/>
            <a:rect r="r" b="b" t="t" l="l"/>
            <a:pathLst>
              <a:path h="2343400" w="2311178">
                <a:moveTo>
                  <a:pt x="0" y="0"/>
                </a:moveTo>
                <a:lnTo>
                  <a:pt x="2311178" y="0"/>
                </a:lnTo>
                <a:lnTo>
                  <a:pt x="2311178" y="2343399"/>
                </a:lnTo>
                <a:lnTo>
                  <a:pt x="0" y="23433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75532" y="8229600"/>
            <a:ext cx="4267727" cy="4114800"/>
          </a:xfrm>
          <a:custGeom>
            <a:avLst/>
            <a:gdLst/>
            <a:ahLst/>
            <a:cxnLst/>
            <a:rect r="r" b="b" t="t" l="l"/>
            <a:pathLst>
              <a:path h="4114800" w="4267727">
                <a:moveTo>
                  <a:pt x="0" y="0"/>
                </a:moveTo>
                <a:lnTo>
                  <a:pt x="4267727" y="0"/>
                </a:lnTo>
                <a:lnTo>
                  <a:pt x="42677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6356" y="5349809"/>
            <a:ext cx="1484687" cy="1395606"/>
          </a:xfrm>
          <a:custGeom>
            <a:avLst/>
            <a:gdLst/>
            <a:ahLst/>
            <a:cxnLst/>
            <a:rect r="r" b="b" t="t" l="l"/>
            <a:pathLst>
              <a:path h="1395606" w="1484687">
                <a:moveTo>
                  <a:pt x="0" y="0"/>
                </a:moveTo>
                <a:lnTo>
                  <a:pt x="1484688" y="0"/>
                </a:lnTo>
                <a:lnTo>
                  <a:pt x="1484688" y="1395607"/>
                </a:lnTo>
                <a:lnTo>
                  <a:pt x="0" y="139560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858415" y="2662189"/>
            <a:ext cx="2859171" cy="2687621"/>
          </a:xfrm>
          <a:custGeom>
            <a:avLst/>
            <a:gdLst/>
            <a:ahLst/>
            <a:cxnLst/>
            <a:rect r="r" b="b" t="t" l="l"/>
            <a:pathLst>
              <a:path h="2687621" w="2859171">
                <a:moveTo>
                  <a:pt x="0" y="0"/>
                </a:moveTo>
                <a:lnTo>
                  <a:pt x="2859170" y="0"/>
                </a:lnTo>
                <a:lnTo>
                  <a:pt x="2859170" y="2687620"/>
                </a:lnTo>
                <a:lnTo>
                  <a:pt x="0" y="2687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95270" y="0"/>
            <a:ext cx="2247941" cy="2214222"/>
          </a:xfrm>
          <a:custGeom>
            <a:avLst/>
            <a:gdLst/>
            <a:ahLst/>
            <a:cxnLst/>
            <a:rect r="r" b="b" t="t" l="l"/>
            <a:pathLst>
              <a:path h="2214222" w="2247941">
                <a:moveTo>
                  <a:pt x="0" y="0"/>
                </a:moveTo>
                <a:lnTo>
                  <a:pt x="2247940" y="0"/>
                </a:lnTo>
                <a:lnTo>
                  <a:pt x="2247940" y="2214222"/>
                </a:lnTo>
                <a:lnTo>
                  <a:pt x="0" y="221422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380958" y="1885894"/>
            <a:ext cx="6309210" cy="738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4"/>
              </a:lnSpc>
            </a:pPr>
            <a:r>
              <a:rPr lang="en-US" sz="5857">
                <a:solidFill>
                  <a:srgbClr val="562606"/>
                </a:solidFill>
                <a:latin typeface="Binggo Wood"/>
                <a:ea typeface="Binggo Wood"/>
                <a:cs typeface="Binggo Wood"/>
                <a:sym typeface="Binggo Wood"/>
              </a:rPr>
              <a:t>GitHub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15528" y="3682758"/>
            <a:ext cx="4979773" cy="3740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3942" indent="-176971" lvl="1">
              <a:lnSpc>
                <a:spcPts val="2295"/>
              </a:lnSpc>
              <a:buFont typeface="Arial"/>
              <a:buChar char="•"/>
            </a:pPr>
            <a:r>
              <a:rPr lang="en-US" b="true" sz="1639">
                <a:solidFill>
                  <a:srgbClr val="56260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[FEAT]: Para nuevas funcionalidades </a:t>
            </a:r>
          </a:p>
          <a:p>
            <a:pPr algn="l" marL="664705" indent="-221568" lvl="2">
              <a:lnSpc>
                <a:spcPts val="2155"/>
              </a:lnSpc>
              <a:buFont typeface="Arial"/>
              <a:buChar char="⚬"/>
            </a:pPr>
            <a:r>
              <a:rPr lang="en-US" sz="1539">
                <a:solidFill>
                  <a:srgbClr val="562606"/>
                </a:solidFill>
                <a:latin typeface="Montserrat"/>
                <a:ea typeface="Montserrat"/>
                <a:cs typeface="Montserrat"/>
                <a:sym typeface="Montserrat"/>
              </a:rPr>
              <a:t>(Ej: [FEAT]: Añadido sistema de prestigio).</a:t>
            </a:r>
          </a:p>
          <a:p>
            <a:pPr algn="l">
              <a:lnSpc>
                <a:spcPts val="2155"/>
              </a:lnSpc>
            </a:pPr>
          </a:p>
          <a:p>
            <a:pPr algn="l" marL="332353" indent="-166176" lvl="1">
              <a:lnSpc>
                <a:spcPts val="2155"/>
              </a:lnSpc>
              <a:buFont typeface="Arial"/>
              <a:buChar char="•"/>
            </a:pPr>
            <a:r>
              <a:rPr lang="en-US" b="true" sz="1539">
                <a:solidFill>
                  <a:srgbClr val="56260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[FIX]: Para correcciones de errores lógicos o visuales </a:t>
            </a:r>
          </a:p>
          <a:p>
            <a:pPr algn="l" marL="664705" indent="-221568" lvl="2">
              <a:lnSpc>
                <a:spcPts val="2155"/>
              </a:lnSpc>
              <a:buFont typeface="Arial"/>
              <a:buChar char="⚬"/>
            </a:pPr>
            <a:r>
              <a:rPr lang="en-US" sz="1539">
                <a:solidFill>
                  <a:srgbClr val="562606"/>
                </a:solidFill>
                <a:latin typeface="Montserrat"/>
                <a:ea typeface="Montserrat"/>
                <a:cs typeface="Montserrat"/>
                <a:sym typeface="Montserrat"/>
              </a:rPr>
              <a:t>(Ej: [FIX]: Solucionado error de cálculo en producción pasiva).</a:t>
            </a:r>
          </a:p>
          <a:p>
            <a:pPr algn="l">
              <a:lnSpc>
                <a:spcPts val="2155"/>
              </a:lnSpc>
            </a:pPr>
          </a:p>
          <a:p>
            <a:pPr algn="l" marL="332353" indent="-166176" lvl="1">
              <a:lnSpc>
                <a:spcPts val="2155"/>
              </a:lnSpc>
              <a:buFont typeface="Arial"/>
              <a:buChar char="•"/>
            </a:pPr>
            <a:r>
              <a:rPr lang="en-US" b="true" sz="1539">
                <a:solidFill>
                  <a:srgbClr val="56260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[DOCS]: Para cambios en la documentación o comentarios en el código </a:t>
            </a:r>
          </a:p>
          <a:p>
            <a:pPr algn="l" marL="664705" indent="-221568" lvl="2">
              <a:lnSpc>
                <a:spcPts val="2155"/>
              </a:lnSpc>
              <a:buFont typeface="Arial"/>
              <a:buChar char="⚬"/>
            </a:pPr>
            <a:r>
              <a:rPr lang="en-US" sz="1539">
                <a:solidFill>
                  <a:srgbClr val="562606"/>
                </a:solidFill>
                <a:latin typeface="Montserrat"/>
                <a:ea typeface="Montserrat"/>
                <a:cs typeface="Montserrat"/>
                <a:sym typeface="Montserrat"/>
              </a:rPr>
              <a:t>(Ej: [DOCS]: Memoria final completada).</a:t>
            </a:r>
          </a:p>
          <a:p>
            <a:pPr algn="l">
              <a:lnSpc>
                <a:spcPts val="2155"/>
              </a:lnSpc>
            </a:pPr>
          </a:p>
          <a:p>
            <a:pPr algn="l" marL="332353" indent="-166176" lvl="1">
              <a:lnSpc>
                <a:spcPts val="2155"/>
              </a:lnSpc>
              <a:buFont typeface="Arial"/>
              <a:buChar char="•"/>
            </a:pPr>
            <a:r>
              <a:rPr lang="en-US" b="true" sz="1539">
                <a:solidFill>
                  <a:srgbClr val="56260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[STYLE]: Para cambios estéticos de CSS que no afectan a la lógica del juego.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79532" y="6368563"/>
            <a:ext cx="19647065" cy="6237943"/>
          </a:xfrm>
          <a:custGeom>
            <a:avLst/>
            <a:gdLst/>
            <a:ahLst/>
            <a:cxnLst/>
            <a:rect r="r" b="b" t="t" l="l"/>
            <a:pathLst>
              <a:path h="6237943" w="19647065">
                <a:moveTo>
                  <a:pt x="0" y="0"/>
                </a:moveTo>
                <a:lnTo>
                  <a:pt x="19647064" y="0"/>
                </a:lnTo>
                <a:lnTo>
                  <a:pt x="19647064" y="6237943"/>
                </a:lnTo>
                <a:lnTo>
                  <a:pt x="0" y="6237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10137" y="8869416"/>
            <a:ext cx="4267727" cy="4114800"/>
          </a:xfrm>
          <a:custGeom>
            <a:avLst/>
            <a:gdLst/>
            <a:ahLst/>
            <a:cxnLst/>
            <a:rect r="r" b="b" t="t" l="l"/>
            <a:pathLst>
              <a:path h="4114800" w="4267727">
                <a:moveTo>
                  <a:pt x="0" y="0"/>
                </a:moveTo>
                <a:lnTo>
                  <a:pt x="4267726" y="0"/>
                </a:lnTo>
                <a:lnTo>
                  <a:pt x="42677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286766" y="1774152"/>
            <a:ext cx="10909667" cy="6413975"/>
          </a:xfrm>
          <a:custGeom>
            <a:avLst/>
            <a:gdLst/>
            <a:ahLst/>
            <a:cxnLst/>
            <a:rect r="r" b="b" t="t" l="l"/>
            <a:pathLst>
              <a:path h="6413975" w="10909667">
                <a:moveTo>
                  <a:pt x="0" y="0"/>
                </a:moveTo>
                <a:lnTo>
                  <a:pt x="10909667" y="0"/>
                </a:lnTo>
                <a:lnTo>
                  <a:pt x="10909667" y="6413975"/>
                </a:lnTo>
                <a:lnTo>
                  <a:pt x="0" y="64139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436934" y="1386337"/>
            <a:ext cx="6309210" cy="133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4"/>
              </a:lnSpc>
            </a:pPr>
            <a:r>
              <a:rPr lang="en-US" sz="5857">
                <a:solidFill>
                  <a:srgbClr val="562606"/>
                </a:solidFill>
                <a:latin typeface="Binggo Wood"/>
                <a:ea typeface="Binggo Wood"/>
                <a:cs typeface="Binggo Wood"/>
                <a:sym typeface="Binggo Wood"/>
              </a:rPr>
              <a:t>Líneas futuras de </a:t>
            </a:r>
            <a:r>
              <a:rPr lang="en-US" sz="5857">
                <a:solidFill>
                  <a:srgbClr val="FFF9ED"/>
                </a:solidFill>
                <a:latin typeface="Binggo Wood"/>
                <a:ea typeface="Binggo Wood"/>
                <a:cs typeface="Binggo Wood"/>
                <a:sym typeface="Binggo Wood"/>
              </a:rPr>
              <a:t>desarrollo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2970731"/>
            <a:ext cx="1484687" cy="1395606"/>
          </a:xfrm>
          <a:custGeom>
            <a:avLst/>
            <a:gdLst/>
            <a:ahLst/>
            <a:cxnLst/>
            <a:rect r="r" b="b" t="t" l="l"/>
            <a:pathLst>
              <a:path h="1395606" w="1484687">
                <a:moveTo>
                  <a:pt x="0" y="0"/>
                </a:moveTo>
                <a:lnTo>
                  <a:pt x="1484687" y="0"/>
                </a:lnTo>
                <a:lnTo>
                  <a:pt x="1484687" y="1395606"/>
                </a:lnTo>
                <a:lnTo>
                  <a:pt x="0" y="13956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16956" y="583436"/>
            <a:ext cx="1484687" cy="1395606"/>
          </a:xfrm>
          <a:custGeom>
            <a:avLst/>
            <a:gdLst/>
            <a:ahLst/>
            <a:cxnLst/>
            <a:rect r="r" b="b" t="t" l="l"/>
            <a:pathLst>
              <a:path h="1395606" w="1484687">
                <a:moveTo>
                  <a:pt x="0" y="0"/>
                </a:moveTo>
                <a:lnTo>
                  <a:pt x="1484688" y="0"/>
                </a:lnTo>
                <a:lnTo>
                  <a:pt x="1484688" y="1395606"/>
                </a:lnTo>
                <a:lnTo>
                  <a:pt x="0" y="13956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793147" y="3061270"/>
            <a:ext cx="8433813" cy="376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19"/>
              </a:lnSpc>
              <a:spcBef>
                <a:spcPct val="0"/>
              </a:spcBef>
            </a:pPr>
            <a:r>
              <a:rPr lang="en-US" sz="3585" strike="noStrike" u="none">
                <a:solidFill>
                  <a:srgbClr val="562606"/>
                </a:solidFill>
                <a:latin typeface="Blinker"/>
                <a:ea typeface="Blinker"/>
                <a:cs typeface="Blinker"/>
                <a:sym typeface="Blinker"/>
              </a:rPr>
              <a:t>• La migración a una arquitectura basada en </a:t>
            </a:r>
            <a:r>
              <a:rPr lang="en-US" b="true" sz="3585" strike="noStrike" u="none">
                <a:solidFill>
                  <a:srgbClr val="562606"/>
                </a:solidFill>
                <a:latin typeface="Blinker Bold"/>
                <a:ea typeface="Blinker Bold"/>
                <a:cs typeface="Blinker Bold"/>
                <a:sym typeface="Blinker Bold"/>
              </a:rPr>
              <a:t>WebSockets.</a:t>
            </a:r>
          </a:p>
          <a:p>
            <a:pPr algn="l" marL="0" indent="0" lvl="0">
              <a:lnSpc>
                <a:spcPts val="5019"/>
              </a:lnSpc>
              <a:spcBef>
                <a:spcPct val="0"/>
              </a:spcBef>
            </a:pPr>
            <a:r>
              <a:rPr lang="en-US" sz="3585" strike="noStrike" u="none">
                <a:solidFill>
                  <a:srgbClr val="562606"/>
                </a:solidFill>
                <a:latin typeface="Blinker"/>
                <a:ea typeface="Blinker"/>
                <a:cs typeface="Blinker"/>
                <a:sym typeface="Blinker"/>
              </a:rPr>
              <a:t>• Un sistema de sonido mediante la</a:t>
            </a:r>
            <a:r>
              <a:rPr lang="en-US" b="true" sz="3585" strike="noStrike" u="none">
                <a:solidFill>
                  <a:srgbClr val="562606"/>
                </a:solidFill>
                <a:latin typeface="Blinker Bold"/>
                <a:ea typeface="Blinker Bold"/>
                <a:cs typeface="Blinker Bold"/>
                <a:sym typeface="Blinker Bold"/>
              </a:rPr>
              <a:t> Web Audio API.</a:t>
            </a:r>
          </a:p>
          <a:p>
            <a:pPr algn="l" marL="0" indent="0" lvl="0">
              <a:lnSpc>
                <a:spcPts val="5019"/>
              </a:lnSpc>
              <a:spcBef>
                <a:spcPct val="0"/>
              </a:spcBef>
            </a:pPr>
            <a:r>
              <a:rPr lang="en-US" sz="3585" strike="noStrike" u="none">
                <a:solidFill>
                  <a:srgbClr val="562606"/>
                </a:solidFill>
                <a:latin typeface="Blinker"/>
                <a:ea typeface="Blinker"/>
                <a:cs typeface="Blinker"/>
                <a:sym typeface="Blinker"/>
              </a:rPr>
              <a:t>• Integración con </a:t>
            </a:r>
            <a:r>
              <a:rPr lang="en-US" b="true" sz="3585" strike="noStrike" u="none">
                <a:solidFill>
                  <a:srgbClr val="562606"/>
                </a:solidFill>
                <a:latin typeface="Blinker Bold"/>
                <a:ea typeface="Blinker Bold"/>
                <a:cs typeface="Blinker Bold"/>
                <a:sym typeface="Blinker Bold"/>
              </a:rPr>
              <a:t>OAuth 2.0</a:t>
            </a:r>
            <a:r>
              <a:rPr lang="en-US" sz="3585" strike="noStrike" u="none">
                <a:solidFill>
                  <a:srgbClr val="562606"/>
                </a:solidFill>
                <a:latin typeface="Blinker"/>
                <a:ea typeface="Blinker"/>
                <a:cs typeface="Blinker"/>
                <a:sym typeface="Blinker"/>
              </a:rPr>
              <a:t> para inicio de sesión con Google.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5418" y="5306953"/>
            <a:ext cx="18465766" cy="6339682"/>
          </a:xfrm>
          <a:custGeom>
            <a:avLst/>
            <a:gdLst/>
            <a:ahLst/>
            <a:cxnLst/>
            <a:rect r="r" b="b" t="t" l="l"/>
            <a:pathLst>
              <a:path h="6339682" w="18465766">
                <a:moveTo>
                  <a:pt x="0" y="0"/>
                </a:moveTo>
                <a:lnTo>
                  <a:pt x="18465766" y="0"/>
                </a:lnTo>
                <a:lnTo>
                  <a:pt x="18465766" y="6339682"/>
                </a:lnTo>
                <a:lnTo>
                  <a:pt x="0" y="6339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58889" y="-1172673"/>
            <a:ext cx="4058222" cy="4114800"/>
          </a:xfrm>
          <a:custGeom>
            <a:avLst/>
            <a:gdLst/>
            <a:ahLst/>
            <a:cxnLst/>
            <a:rect r="r" b="b" t="t" l="l"/>
            <a:pathLst>
              <a:path h="4114800" w="4058222">
                <a:moveTo>
                  <a:pt x="0" y="0"/>
                </a:moveTo>
                <a:lnTo>
                  <a:pt x="4058222" y="0"/>
                </a:lnTo>
                <a:lnTo>
                  <a:pt x="405822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89471" y="470554"/>
            <a:ext cx="2247941" cy="2214222"/>
          </a:xfrm>
          <a:custGeom>
            <a:avLst/>
            <a:gdLst/>
            <a:ahLst/>
            <a:cxnLst/>
            <a:rect r="r" b="b" t="t" l="l"/>
            <a:pathLst>
              <a:path h="2214222" w="2247941">
                <a:moveTo>
                  <a:pt x="0" y="0"/>
                </a:moveTo>
                <a:lnTo>
                  <a:pt x="2247941" y="0"/>
                </a:lnTo>
                <a:lnTo>
                  <a:pt x="2247941" y="2214222"/>
                </a:lnTo>
                <a:lnTo>
                  <a:pt x="0" y="22142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125437" y="7200900"/>
            <a:ext cx="4267727" cy="4114800"/>
          </a:xfrm>
          <a:custGeom>
            <a:avLst/>
            <a:gdLst/>
            <a:ahLst/>
            <a:cxnLst/>
            <a:rect r="r" b="b" t="t" l="l"/>
            <a:pathLst>
              <a:path h="4114800" w="4267727">
                <a:moveTo>
                  <a:pt x="0" y="0"/>
                </a:moveTo>
                <a:lnTo>
                  <a:pt x="4267726" y="0"/>
                </a:lnTo>
                <a:lnTo>
                  <a:pt x="42677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123843" y="6843372"/>
            <a:ext cx="1484687" cy="1395606"/>
          </a:xfrm>
          <a:custGeom>
            <a:avLst/>
            <a:gdLst/>
            <a:ahLst/>
            <a:cxnLst/>
            <a:rect r="r" b="b" t="t" l="l"/>
            <a:pathLst>
              <a:path h="1395606" w="1484687">
                <a:moveTo>
                  <a:pt x="0" y="0"/>
                </a:moveTo>
                <a:lnTo>
                  <a:pt x="1484688" y="0"/>
                </a:lnTo>
                <a:lnTo>
                  <a:pt x="1484688" y="1395607"/>
                </a:lnTo>
                <a:lnTo>
                  <a:pt x="0" y="13956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55987" y="3298061"/>
            <a:ext cx="1484687" cy="1395606"/>
          </a:xfrm>
          <a:custGeom>
            <a:avLst/>
            <a:gdLst/>
            <a:ahLst/>
            <a:cxnLst/>
            <a:rect r="r" b="b" t="t" l="l"/>
            <a:pathLst>
              <a:path h="1395606" w="1484687">
                <a:moveTo>
                  <a:pt x="0" y="0"/>
                </a:moveTo>
                <a:lnTo>
                  <a:pt x="1484687" y="0"/>
                </a:lnTo>
                <a:lnTo>
                  <a:pt x="1484687" y="1395606"/>
                </a:lnTo>
                <a:lnTo>
                  <a:pt x="0" y="13956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140345" y="1317436"/>
            <a:ext cx="10007309" cy="5883464"/>
          </a:xfrm>
          <a:custGeom>
            <a:avLst/>
            <a:gdLst/>
            <a:ahLst/>
            <a:cxnLst/>
            <a:rect r="r" b="b" t="t" l="l"/>
            <a:pathLst>
              <a:path h="5883464" w="10007309">
                <a:moveTo>
                  <a:pt x="0" y="0"/>
                </a:moveTo>
                <a:lnTo>
                  <a:pt x="10007310" y="0"/>
                </a:lnTo>
                <a:lnTo>
                  <a:pt x="10007310" y="5883464"/>
                </a:lnTo>
                <a:lnTo>
                  <a:pt x="0" y="588346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989395" y="2204018"/>
            <a:ext cx="6309210" cy="738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4"/>
              </a:lnSpc>
            </a:pPr>
            <a:r>
              <a:rPr lang="en-US" sz="5857">
                <a:solidFill>
                  <a:srgbClr val="562606"/>
                </a:solidFill>
                <a:latin typeface="Binggo Wood"/>
                <a:ea typeface="Binggo Wood"/>
                <a:cs typeface="Binggo Wood"/>
                <a:sym typeface="Binggo Wood"/>
              </a:rPr>
              <a:t>Conclusión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96888" y="2982609"/>
            <a:ext cx="7694225" cy="3022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43"/>
              </a:lnSpc>
              <a:spcBef>
                <a:spcPct val="0"/>
              </a:spcBef>
            </a:pPr>
            <a:r>
              <a:rPr lang="en-US" sz="2888" strike="noStrike" u="none">
                <a:solidFill>
                  <a:srgbClr val="562606"/>
                </a:solidFill>
                <a:latin typeface="Blinker"/>
                <a:ea typeface="Blinker"/>
                <a:cs typeface="Blinker"/>
                <a:sym typeface="Blinker"/>
              </a:rPr>
              <a:t>A nivel personal, este proyecto me ha motivado mucho y tengo ganas de seguir mejorándolo. El desarrollo de </a:t>
            </a:r>
            <a:r>
              <a:rPr lang="en-US" b="true" sz="2888" strike="noStrike" u="none">
                <a:solidFill>
                  <a:srgbClr val="562606"/>
                </a:solidFill>
                <a:latin typeface="Blinker Bold"/>
                <a:ea typeface="Blinker Bold"/>
                <a:cs typeface="Blinker Bold"/>
                <a:sym typeface="Blinker Bold"/>
              </a:rPr>
              <a:t>Bunnies &amp; Tea</a:t>
            </a:r>
            <a:r>
              <a:rPr lang="en-US" sz="2888" strike="noStrike" u="none">
                <a:solidFill>
                  <a:srgbClr val="562606"/>
                </a:solidFill>
                <a:latin typeface="Blinker"/>
                <a:ea typeface="Blinker"/>
                <a:cs typeface="Blinker"/>
                <a:sym typeface="Blinker"/>
              </a:rPr>
              <a:t> me permitió profundizar en programación orientada a objetos, asincronía avanzada y el patrón MVC, uniendo todo lo aprendido en clase.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8883" y="4031059"/>
            <a:ext cx="18465766" cy="6339682"/>
          </a:xfrm>
          <a:custGeom>
            <a:avLst/>
            <a:gdLst/>
            <a:ahLst/>
            <a:cxnLst/>
            <a:rect r="r" b="b" t="t" l="l"/>
            <a:pathLst>
              <a:path h="6339682" w="18465766">
                <a:moveTo>
                  <a:pt x="0" y="0"/>
                </a:moveTo>
                <a:lnTo>
                  <a:pt x="18465766" y="0"/>
                </a:lnTo>
                <a:lnTo>
                  <a:pt x="18465766" y="6339682"/>
                </a:lnTo>
                <a:lnTo>
                  <a:pt x="0" y="6339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37076" y="-479735"/>
            <a:ext cx="4058222" cy="4114800"/>
          </a:xfrm>
          <a:custGeom>
            <a:avLst/>
            <a:gdLst/>
            <a:ahLst/>
            <a:cxnLst/>
            <a:rect r="r" b="b" t="t" l="l"/>
            <a:pathLst>
              <a:path h="4114800" w="4058222">
                <a:moveTo>
                  <a:pt x="0" y="0"/>
                </a:moveTo>
                <a:lnTo>
                  <a:pt x="4058222" y="0"/>
                </a:lnTo>
                <a:lnTo>
                  <a:pt x="405822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89471" y="470554"/>
            <a:ext cx="2247941" cy="2214222"/>
          </a:xfrm>
          <a:custGeom>
            <a:avLst/>
            <a:gdLst/>
            <a:ahLst/>
            <a:cxnLst/>
            <a:rect r="r" b="b" t="t" l="l"/>
            <a:pathLst>
              <a:path h="2214222" w="2247941">
                <a:moveTo>
                  <a:pt x="0" y="0"/>
                </a:moveTo>
                <a:lnTo>
                  <a:pt x="2247941" y="0"/>
                </a:lnTo>
                <a:lnTo>
                  <a:pt x="2247941" y="2214222"/>
                </a:lnTo>
                <a:lnTo>
                  <a:pt x="0" y="22142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125437" y="7200900"/>
            <a:ext cx="4267727" cy="4114800"/>
          </a:xfrm>
          <a:custGeom>
            <a:avLst/>
            <a:gdLst/>
            <a:ahLst/>
            <a:cxnLst/>
            <a:rect r="r" b="b" t="t" l="l"/>
            <a:pathLst>
              <a:path h="4114800" w="4267727">
                <a:moveTo>
                  <a:pt x="0" y="0"/>
                </a:moveTo>
                <a:lnTo>
                  <a:pt x="4267726" y="0"/>
                </a:lnTo>
                <a:lnTo>
                  <a:pt x="42677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336425" y="1404832"/>
            <a:ext cx="1484687" cy="1395606"/>
          </a:xfrm>
          <a:custGeom>
            <a:avLst/>
            <a:gdLst/>
            <a:ahLst/>
            <a:cxnLst/>
            <a:rect r="r" b="b" t="t" l="l"/>
            <a:pathLst>
              <a:path h="1395606" w="1484687">
                <a:moveTo>
                  <a:pt x="0" y="0"/>
                </a:moveTo>
                <a:lnTo>
                  <a:pt x="1484687" y="0"/>
                </a:lnTo>
                <a:lnTo>
                  <a:pt x="1484687" y="1395607"/>
                </a:lnTo>
                <a:lnTo>
                  <a:pt x="0" y="13956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39225" y="1605538"/>
            <a:ext cx="9521497" cy="2029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47"/>
              </a:lnSpc>
            </a:pPr>
            <a:r>
              <a:rPr lang="en-US" sz="16231">
                <a:solidFill>
                  <a:srgbClr val="562606"/>
                </a:solidFill>
                <a:latin typeface="Binggo Wood"/>
                <a:ea typeface="Binggo Wood"/>
                <a:cs typeface="Binggo Wood"/>
                <a:sym typeface="Binggo Wood"/>
              </a:rPr>
              <a:t>Preguntas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511075" y="4838260"/>
            <a:ext cx="1484687" cy="1395606"/>
          </a:xfrm>
          <a:custGeom>
            <a:avLst/>
            <a:gdLst/>
            <a:ahLst/>
            <a:cxnLst/>
            <a:rect r="r" b="b" t="t" l="l"/>
            <a:pathLst>
              <a:path h="1395606" w="1484687">
                <a:moveTo>
                  <a:pt x="0" y="0"/>
                </a:moveTo>
                <a:lnTo>
                  <a:pt x="1484688" y="0"/>
                </a:lnTo>
                <a:lnTo>
                  <a:pt x="1484688" y="1395607"/>
                </a:lnTo>
                <a:lnTo>
                  <a:pt x="0" y="13956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565999" y="3958269"/>
            <a:ext cx="7693301" cy="157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6"/>
              </a:lnSpc>
            </a:pPr>
            <a:r>
              <a:rPr lang="en-US" sz="6909">
                <a:solidFill>
                  <a:srgbClr val="562606"/>
                </a:solidFill>
                <a:latin typeface="Binggo Wood"/>
                <a:ea typeface="Binggo Wood"/>
                <a:cs typeface="Binggo Wood"/>
                <a:sym typeface="Binggo Wood"/>
              </a:rPr>
              <a:t>Gracias por escuchar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DAHK-Q4TNpY</dc:identifier>
  <dcterms:modified xsi:type="dcterms:W3CDTF">2011-08-01T06:04:30Z</dcterms:modified>
  <cp:revision>1</cp:revision>
  <dc:title>Bunnies &amp; Tea</dc:title>
</cp:coreProperties>
</file>